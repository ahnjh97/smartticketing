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7" r:id="rId6"/>
    <p:sldId id="268" r:id="rId7"/>
    <p:sldId id="269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2C87E9-79A0-40CE-8BB0-F0A812E79EE0}" v="4" dt="2026-09-28T11:38:48.6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84568" autoAdjust="0"/>
  </p:normalViewPr>
  <p:slideViewPr>
    <p:cSldViewPr snapToGrid="0">
      <p:cViewPr varScale="1">
        <p:scale>
          <a:sx n="71" d="100"/>
          <a:sy n="71" d="100"/>
        </p:scale>
        <p:origin x="810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상혁 주" userId="1bd911d474626635" providerId="LiveId" clId="{8EE99A25-7D8C-421E-A515-B29D297B8861}"/>
    <pc:docChg chg="undo custSel addSld modSld modNotesMaster">
      <pc:chgData name="상혁 주" userId="1bd911d474626635" providerId="LiveId" clId="{8EE99A25-7D8C-421E-A515-B29D297B8861}" dt="2026-09-28T11:39:28.757" v="40" actId="20577"/>
      <pc:docMkLst>
        <pc:docMk/>
      </pc:docMkLst>
      <pc:sldChg chg="modSp mod">
        <pc:chgData name="상혁 주" userId="1bd911d474626635" providerId="LiveId" clId="{8EE99A25-7D8C-421E-A515-B29D297B8861}" dt="2026-09-28T11:38:48.696" v="23"/>
        <pc:sldMkLst>
          <pc:docMk/>
          <pc:sldMk cId="2082498499" sldId="256"/>
        </pc:sldMkLst>
        <pc:spChg chg="mod">
          <ac:chgData name="상혁 주" userId="1bd911d474626635" providerId="LiveId" clId="{8EE99A25-7D8C-421E-A515-B29D297B8861}" dt="2026-09-28T11:38:48.696" v="23"/>
          <ac:spMkLst>
            <pc:docMk/>
            <pc:sldMk cId="2082498499" sldId="256"/>
            <ac:spMk id="65" creationId="{CD9E0C09-BEDB-48D0-84D2-084683F8DD52}"/>
          </ac:spMkLst>
        </pc:spChg>
      </pc:sldChg>
      <pc:sldChg chg="modSp mod">
        <pc:chgData name="상혁 주" userId="1bd911d474626635" providerId="LiveId" clId="{8EE99A25-7D8C-421E-A515-B29D297B8861}" dt="2026-09-28T11:39:28.757" v="40" actId="20577"/>
        <pc:sldMkLst>
          <pc:docMk/>
          <pc:sldMk cId="884555600" sldId="267"/>
        </pc:sldMkLst>
        <pc:spChg chg="mod">
          <ac:chgData name="상혁 주" userId="1bd911d474626635" providerId="LiveId" clId="{8EE99A25-7D8C-421E-A515-B29D297B8861}" dt="2026-09-28T11:39:14.449" v="31" actId="20577"/>
          <ac:spMkLst>
            <pc:docMk/>
            <pc:sldMk cId="884555600" sldId="267"/>
            <ac:spMk id="12" creationId="{B837D60B-2CCC-4E4B-94B9-B4A3F9D31FE6}"/>
          </ac:spMkLst>
        </pc:spChg>
        <pc:spChg chg="mod">
          <ac:chgData name="상혁 주" userId="1bd911d474626635" providerId="LiveId" clId="{8EE99A25-7D8C-421E-A515-B29D297B8861}" dt="2026-09-28T11:39:28.757" v="40" actId="20577"/>
          <ac:spMkLst>
            <pc:docMk/>
            <pc:sldMk cId="884555600" sldId="267"/>
            <ac:spMk id="15" creationId="{AF566DD1-48FF-4DCB-894B-6F42FBB2AEBE}"/>
          </ac:spMkLst>
        </pc:spChg>
      </pc:sldChg>
      <pc:sldChg chg="addSp delSp modSp add mod">
        <pc:chgData name="상혁 주" userId="1bd911d474626635" providerId="LiveId" clId="{8EE99A25-7D8C-421E-A515-B29D297B8861}" dt="2026-09-28T11:38:55.089" v="25" actId="26606"/>
        <pc:sldMkLst>
          <pc:docMk/>
          <pc:sldMk cId="0" sldId="268"/>
        </pc:sldMkLst>
        <pc:spChg chg="add">
          <ac:chgData name="상혁 주" userId="1bd911d474626635" providerId="LiveId" clId="{8EE99A25-7D8C-421E-A515-B29D297B8861}" dt="2026-09-28T11:31:35.759" v="3" actId="26606"/>
          <ac:spMkLst>
            <pc:docMk/>
            <pc:sldMk cId="0" sldId="268"/>
            <ac:spMk id="29" creationId="{00000000-0000-0000-0000-000000000000}"/>
          </ac:spMkLst>
        </pc:spChg>
        <pc:spChg chg="del">
          <ac:chgData name="상혁 주" userId="1bd911d474626635" providerId="LiveId" clId="{8EE99A25-7D8C-421E-A515-B29D297B8861}" dt="2026-09-28T11:31:35.759" v="3" actId="26606"/>
          <ac:spMkLst>
            <pc:docMk/>
            <pc:sldMk cId="0" sldId="268"/>
            <ac:spMk id="30" creationId="{00000000-0000-0000-0000-000000000000}"/>
          </ac:spMkLst>
        </pc:spChg>
        <pc:graphicFrameChg chg="del mod replId">
          <ac:chgData name="상혁 주" userId="1bd911d474626635" providerId="LiveId" clId="{8EE99A25-7D8C-421E-A515-B29D297B8861}" dt="2026-09-28T11:31:35.759" v="3" actId="26606"/>
          <ac:graphicFrameMkLst>
            <pc:docMk/>
            <pc:sldMk cId="0" sldId="268"/>
            <ac:graphicFrameMk id="7" creationId="{00000000-0000-0000-0000-000000000000}"/>
          </ac:graphicFrameMkLst>
        </pc:graphicFrameChg>
        <pc:graphicFrameChg chg="add mod modGraphic">
          <ac:chgData name="상혁 주" userId="1bd911d474626635" providerId="LiveId" clId="{8EE99A25-7D8C-421E-A515-B29D297B8861}" dt="2026-09-28T11:35:23.077" v="10" actId="14100"/>
          <ac:graphicFrameMkLst>
            <pc:docMk/>
            <pc:sldMk cId="0" sldId="268"/>
            <ac:graphicFrameMk id="8" creationId="{24BB08FE-C6A6-DE63-2985-457E8A6EE5C9}"/>
          </ac:graphicFrameMkLst>
        </pc:graphicFrameChg>
        <pc:picChg chg="add mod">
          <ac:chgData name="상혁 주" userId="1bd911d474626635" providerId="LiveId" clId="{8EE99A25-7D8C-421E-A515-B29D297B8861}" dt="2026-09-28T11:38:55.089" v="25" actId="26606"/>
          <ac:picMkLst>
            <pc:docMk/>
            <pc:sldMk cId="0" sldId="268"/>
            <ac:picMk id="10" creationId="{5192D951-4D72-1AC4-831B-CDD9EE9B9BF0}"/>
          </ac:picMkLst>
        </pc:picChg>
      </pc:sldChg>
      <pc:sldChg chg="add">
        <pc:chgData name="상혁 주" userId="1bd911d474626635" providerId="LiveId" clId="{8EE99A25-7D8C-421E-A515-B29D297B8861}" dt="2026-09-28T11:38:55.089" v="25" actId="26606"/>
        <pc:sldMkLst>
          <pc:docMk/>
          <pc:sldMk cId="0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0600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안녕하세요</a:t>
            </a:r>
            <a:r>
              <a:rPr lang="en-US" altLang="ko-KR" dirty="0"/>
              <a:t>. Smart Ticketing </a:t>
            </a:r>
            <a:r>
              <a:rPr lang="ko-KR" altLang="en-US" dirty="0"/>
              <a:t>프로젝트 제안발표를 시작하겠습니다</a:t>
            </a:r>
            <a:r>
              <a:rPr lang="en-US" altLang="ko-KR" dirty="0"/>
              <a:t>. 2</a:t>
            </a:r>
            <a:r>
              <a:rPr lang="ko-KR" altLang="en-US" dirty="0" err="1"/>
              <a:t>주동안</a:t>
            </a:r>
            <a:r>
              <a:rPr lang="ko-KR" altLang="en-US" dirty="0"/>
              <a:t> 영화 조회부터 좌석 예매 </a:t>
            </a:r>
            <a:r>
              <a:rPr lang="en-US" altLang="ko-KR" dirty="0"/>
              <a:t>, </a:t>
            </a:r>
            <a:r>
              <a:rPr lang="ko-KR" altLang="en-US" dirty="0"/>
              <a:t>취소</a:t>
            </a:r>
            <a:r>
              <a:rPr lang="en-US" altLang="ko-KR" dirty="0"/>
              <a:t>, </a:t>
            </a:r>
            <a:r>
              <a:rPr lang="ko-KR" altLang="en-US" dirty="0"/>
              <a:t>대기열까지 핵심기능을 구현할 계획입니다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개발은 세단계로 진행될 예정입니다</a:t>
            </a:r>
            <a:r>
              <a:rPr lang="en-US" altLang="ko-KR" dirty="0"/>
              <a:t>. </a:t>
            </a:r>
            <a:r>
              <a:rPr lang="ko-KR" altLang="en-US" dirty="0"/>
              <a:t>먼저 내부 테스트 데이터로 기본예매 흐름을 만들고</a:t>
            </a:r>
            <a:r>
              <a:rPr lang="en-US" altLang="ko-KR" dirty="0"/>
              <a:t>, Redis </a:t>
            </a:r>
            <a:r>
              <a:rPr lang="ko-KR" altLang="en-US" dirty="0"/>
              <a:t>좌석 선점과 </a:t>
            </a:r>
            <a:r>
              <a:rPr lang="ko-KR" altLang="en-US" dirty="0" err="1"/>
              <a:t>대기열</a:t>
            </a:r>
            <a:r>
              <a:rPr lang="ko-KR" altLang="en-US" dirty="0"/>
              <a:t> 기능을 추가한 뒤 </a:t>
            </a:r>
            <a:r>
              <a:rPr lang="ko-KR" altLang="ko-KR" dirty="0"/>
              <a:t>실제 영화 상영 데이터를 외부 </a:t>
            </a:r>
            <a:r>
              <a:rPr lang="ko-KR" altLang="ko-KR" dirty="0" err="1"/>
              <a:t>API를</a:t>
            </a:r>
            <a:r>
              <a:rPr lang="ko-KR" altLang="ko-KR" dirty="0"/>
              <a:t> 통해 연동하고, API 연동이 어려운 경우에는 수집한 데이터를 활용하여 시스템에 적용할 예정입니다.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영화 예매에서는 여러 사용자가 같은 좌석에 동시에 접근할 수도 있습니다</a:t>
            </a:r>
            <a:r>
              <a:rPr lang="en-US" altLang="ko-KR" dirty="0"/>
              <a:t>. </a:t>
            </a:r>
            <a:r>
              <a:rPr lang="ko-KR" altLang="en-US" dirty="0"/>
              <a:t>이 과정에서 발생할 수 있는 중복예매</a:t>
            </a:r>
            <a:r>
              <a:rPr lang="en-US" altLang="ko-KR" dirty="0"/>
              <a:t>, </a:t>
            </a:r>
            <a:r>
              <a:rPr lang="ko-KR" altLang="en-US" dirty="0"/>
              <a:t>결제 중 좌석 소실</a:t>
            </a:r>
            <a:r>
              <a:rPr lang="en-US" altLang="ko-KR" dirty="0"/>
              <a:t>, </a:t>
            </a:r>
            <a:r>
              <a:rPr lang="ko-KR" altLang="en-US" dirty="0"/>
              <a:t>반복 조회로 인한 서비스 성능 저하 문제를 줄일 수 있도록 좌석 상태와 요청 순서를 관리하고자 합니다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계획한 서비스의 전체적인 흐름은 다음과 같습니다. 회원가입 시 선호 영화관과 좌석을 설정하고, 이후 원하는 영화와 상영시간을 선택합니다. 선택한 정보를 기반으로 선호 영화관과 좌석을 추천하며, 추천 결과가 마음에 들지 않을 경우 사용자가 직접 영화관과 좌석을 선택할 수 있도록 구성합니다. 좌석이 있는 경우 선택한 좌석을 5분간 선점한 후 결제를 완료하면 예매가 확정됩니다. 좌석이 모두 소진된 경우에는 대기번호를 부여하고, 이후 취소 좌석이 발생하면 대기 순서에 따라 예매 기회를 제공하는 방식으로 서비스를 운영할 예정입니다.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동일 좌석 동시 요청과 100석 대상 1,000건의 동시 요청을 통해 예매 시스템의 동시성 처리 성능을 검증합니다. 중복 예매 및 대기 순서 위반 여부를 확인하고, 응답 시간, </a:t>
            </a:r>
            <a:r>
              <a:rPr lang="ko-KR" altLang="ko-KR" dirty="0" err="1"/>
              <a:t>오류율</a:t>
            </a:r>
            <a:r>
              <a:rPr lang="ko-KR" altLang="ko-KR" dirty="0"/>
              <a:t>, 처리량, </a:t>
            </a:r>
            <a:r>
              <a:rPr lang="ko-KR" altLang="ko-KR" dirty="0" err="1"/>
              <a:t>Redis·DB</a:t>
            </a:r>
            <a:r>
              <a:rPr lang="ko-KR" altLang="ko-KR" dirty="0"/>
              <a:t> 자원 사용량을 측정하여 시스템의 안정성과 성능을 </a:t>
            </a:r>
            <a:r>
              <a:rPr lang="ko-KR" altLang="en-US" dirty="0"/>
              <a:t>평가할 계획입니다</a:t>
            </a:r>
            <a:r>
              <a:rPr lang="en-US" altLang="ko-KR" dirty="0"/>
              <a:t>.</a:t>
            </a:r>
            <a:endParaRPr lang="ko-KR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개발일정입니다</a:t>
            </a:r>
            <a:r>
              <a:rPr lang="en-US" altLang="ko-KR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0310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6933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직사각형 67">
            <a:extLst>
              <a:ext uri="{FF2B5EF4-FFF2-40B4-BE49-F238E27FC236}">
                <a16:creationId xmlns:a16="http://schemas.microsoft.com/office/drawing/2014/main" id="{2EDC980A-03E5-4DD1-92FF-32DA276045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6B5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511AA22D-C345-4B99-A849-0C5FF859C012}"/>
              </a:ext>
            </a:extLst>
          </p:cNvPr>
          <p:cNvSpPr>
            <a:spLocks noGrp="1"/>
          </p:cNvSpPr>
          <p:nvPr/>
        </p:nvSpPr>
        <p:spPr>
          <a:xfrm>
            <a:off x="8724900" y="0"/>
            <a:ext cx="0" cy="6858000"/>
          </a:xfrm>
          <a:prstGeom prst="line">
            <a:avLst/>
          </a:prstGeom>
          <a:noFill/>
          <a:ln w="9525">
            <a:solidFill>
              <a:srgbClr val="454A4D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4BD87422-29C7-458D-8F16-A32696C2D82D}"/>
              </a:ext>
            </a:extLst>
          </p:cNvPr>
          <p:cNvSpPr>
            <a:spLocks noGrp="1"/>
          </p:cNvSpPr>
          <p:nvPr/>
        </p:nvSpPr>
        <p:spPr>
          <a:xfrm>
            <a:off x="8858250" y="39052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0405C60D-6035-4890-B043-331DD0C8659F}"/>
              </a:ext>
            </a:extLst>
          </p:cNvPr>
          <p:cNvSpPr>
            <a:spLocks noGrp="1"/>
          </p:cNvSpPr>
          <p:nvPr/>
        </p:nvSpPr>
        <p:spPr>
          <a:xfrm>
            <a:off x="9220200" y="39052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E233DAD-FAF4-40A0-9B31-B4E6E2DBF1EB}"/>
              </a:ext>
            </a:extLst>
          </p:cNvPr>
          <p:cNvSpPr>
            <a:spLocks noGrp="1"/>
          </p:cNvSpPr>
          <p:nvPr/>
        </p:nvSpPr>
        <p:spPr>
          <a:xfrm>
            <a:off x="9582150" y="39052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8DEAA02E-5CD2-458E-83A5-F4D5FE399DF9}"/>
              </a:ext>
            </a:extLst>
          </p:cNvPr>
          <p:cNvSpPr>
            <a:spLocks noGrp="1"/>
          </p:cNvSpPr>
          <p:nvPr/>
        </p:nvSpPr>
        <p:spPr>
          <a:xfrm>
            <a:off x="9944100" y="39052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3ECD602-B9B1-4694-AB86-CB16C44FA14E}"/>
              </a:ext>
            </a:extLst>
          </p:cNvPr>
          <p:cNvSpPr>
            <a:spLocks noGrp="1"/>
          </p:cNvSpPr>
          <p:nvPr/>
        </p:nvSpPr>
        <p:spPr>
          <a:xfrm>
            <a:off x="10306050" y="39052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7E3F0723-65C1-4147-8099-F7200FA992FF}"/>
              </a:ext>
            </a:extLst>
          </p:cNvPr>
          <p:cNvSpPr>
            <a:spLocks noGrp="1"/>
          </p:cNvSpPr>
          <p:nvPr/>
        </p:nvSpPr>
        <p:spPr>
          <a:xfrm>
            <a:off x="10668000" y="39052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540CB449-C4F3-4B1E-8A4B-36DBA1AB25C5}"/>
              </a:ext>
            </a:extLst>
          </p:cNvPr>
          <p:cNvSpPr>
            <a:spLocks noGrp="1"/>
          </p:cNvSpPr>
          <p:nvPr/>
        </p:nvSpPr>
        <p:spPr>
          <a:xfrm>
            <a:off x="11029950" y="39052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B8B035F-D000-4B87-9746-2D757D197AE1}"/>
              </a:ext>
            </a:extLst>
          </p:cNvPr>
          <p:cNvSpPr>
            <a:spLocks noGrp="1"/>
          </p:cNvSpPr>
          <p:nvPr/>
        </p:nvSpPr>
        <p:spPr>
          <a:xfrm>
            <a:off x="11391900" y="39052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7253721B-FF0E-4DFE-80F9-A6933579742F}"/>
              </a:ext>
            </a:extLst>
          </p:cNvPr>
          <p:cNvSpPr>
            <a:spLocks noGrp="1"/>
          </p:cNvSpPr>
          <p:nvPr/>
        </p:nvSpPr>
        <p:spPr>
          <a:xfrm>
            <a:off x="8858250" y="42291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189096B5-C043-4894-84F2-B54570E3FBC7}"/>
              </a:ext>
            </a:extLst>
          </p:cNvPr>
          <p:cNvSpPr>
            <a:spLocks noGrp="1"/>
          </p:cNvSpPr>
          <p:nvPr/>
        </p:nvSpPr>
        <p:spPr>
          <a:xfrm>
            <a:off x="9220200" y="42291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AC713E1D-5528-4FBE-A7F4-DD16FA897277}"/>
              </a:ext>
            </a:extLst>
          </p:cNvPr>
          <p:cNvSpPr>
            <a:spLocks noGrp="1"/>
          </p:cNvSpPr>
          <p:nvPr/>
        </p:nvSpPr>
        <p:spPr>
          <a:xfrm>
            <a:off x="9582150" y="42291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619C4A9-70CF-42FB-9056-00694A9145F2}"/>
              </a:ext>
            </a:extLst>
          </p:cNvPr>
          <p:cNvSpPr>
            <a:spLocks noGrp="1"/>
          </p:cNvSpPr>
          <p:nvPr/>
        </p:nvSpPr>
        <p:spPr>
          <a:xfrm>
            <a:off x="9944100" y="42291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7E148A03-CA14-4ED0-8799-A9568F868A64}"/>
              </a:ext>
            </a:extLst>
          </p:cNvPr>
          <p:cNvSpPr>
            <a:spLocks noGrp="1"/>
          </p:cNvSpPr>
          <p:nvPr/>
        </p:nvSpPr>
        <p:spPr>
          <a:xfrm>
            <a:off x="10306050" y="42291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FB8D41A4-7F9E-4802-A008-60EB3D2024BB}"/>
              </a:ext>
            </a:extLst>
          </p:cNvPr>
          <p:cNvSpPr>
            <a:spLocks noGrp="1"/>
          </p:cNvSpPr>
          <p:nvPr/>
        </p:nvSpPr>
        <p:spPr>
          <a:xfrm>
            <a:off x="10668000" y="42291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8D67D45-214D-4A76-BD54-A3B0E3ECB4F2}"/>
              </a:ext>
            </a:extLst>
          </p:cNvPr>
          <p:cNvSpPr>
            <a:spLocks noGrp="1"/>
          </p:cNvSpPr>
          <p:nvPr/>
        </p:nvSpPr>
        <p:spPr>
          <a:xfrm>
            <a:off x="11029950" y="42291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74D6B6B-F63B-4C6F-98C3-7CF428AD8E03}"/>
              </a:ext>
            </a:extLst>
          </p:cNvPr>
          <p:cNvSpPr>
            <a:spLocks noGrp="1"/>
          </p:cNvSpPr>
          <p:nvPr/>
        </p:nvSpPr>
        <p:spPr>
          <a:xfrm>
            <a:off x="11391900" y="42291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5408CB10-90C8-4884-972A-925B18E86B32}"/>
              </a:ext>
            </a:extLst>
          </p:cNvPr>
          <p:cNvSpPr>
            <a:spLocks noGrp="1"/>
          </p:cNvSpPr>
          <p:nvPr/>
        </p:nvSpPr>
        <p:spPr>
          <a:xfrm>
            <a:off x="8858250" y="45529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81DE62F2-7176-409F-86CC-61E332AB8E85}"/>
              </a:ext>
            </a:extLst>
          </p:cNvPr>
          <p:cNvSpPr>
            <a:spLocks noGrp="1"/>
          </p:cNvSpPr>
          <p:nvPr/>
        </p:nvSpPr>
        <p:spPr>
          <a:xfrm>
            <a:off x="9220200" y="45529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6D3E93F1-625F-4869-B33E-0571893B3909}"/>
              </a:ext>
            </a:extLst>
          </p:cNvPr>
          <p:cNvSpPr>
            <a:spLocks noGrp="1"/>
          </p:cNvSpPr>
          <p:nvPr/>
        </p:nvSpPr>
        <p:spPr>
          <a:xfrm>
            <a:off x="9582150" y="45529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47DD91C8-2559-43AE-A348-74979AC67E7A}"/>
              </a:ext>
            </a:extLst>
          </p:cNvPr>
          <p:cNvSpPr>
            <a:spLocks noGrp="1"/>
          </p:cNvSpPr>
          <p:nvPr/>
        </p:nvSpPr>
        <p:spPr>
          <a:xfrm>
            <a:off x="9944100" y="45529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8376F413-B7ED-4056-85B7-D2B1B602C981}"/>
              </a:ext>
            </a:extLst>
          </p:cNvPr>
          <p:cNvSpPr>
            <a:spLocks noGrp="1"/>
          </p:cNvSpPr>
          <p:nvPr/>
        </p:nvSpPr>
        <p:spPr>
          <a:xfrm>
            <a:off x="10306050" y="4552950"/>
            <a:ext cx="95250" cy="95250"/>
          </a:xfrm>
          <a:prstGeom prst="ellipse">
            <a:avLst/>
          </a:prstGeom>
          <a:solidFill>
            <a:srgbClr val="FF6B5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07AE4015-9CC6-47F5-8B21-BC7090934DC6}"/>
              </a:ext>
            </a:extLst>
          </p:cNvPr>
          <p:cNvSpPr>
            <a:spLocks noGrp="1"/>
          </p:cNvSpPr>
          <p:nvPr/>
        </p:nvSpPr>
        <p:spPr>
          <a:xfrm>
            <a:off x="10668000" y="45529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188857A2-C56A-42E6-ADE6-42CED18432D2}"/>
              </a:ext>
            </a:extLst>
          </p:cNvPr>
          <p:cNvSpPr>
            <a:spLocks noGrp="1"/>
          </p:cNvSpPr>
          <p:nvPr/>
        </p:nvSpPr>
        <p:spPr>
          <a:xfrm>
            <a:off x="11029950" y="45529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7F330E7F-92CF-4A52-8E17-AF4D80BB3E27}"/>
              </a:ext>
            </a:extLst>
          </p:cNvPr>
          <p:cNvSpPr>
            <a:spLocks noGrp="1"/>
          </p:cNvSpPr>
          <p:nvPr/>
        </p:nvSpPr>
        <p:spPr>
          <a:xfrm>
            <a:off x="11391900" y="45529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64578AD8-BC73-4242-BAF2-6931099C2B0A}"/>
              </a:ext>
            </a:extLst>
          </p:cNvPr>
          <p:cNvSpPr>
            <a:spLocks noGrp="1"/>
          </p:cNvSpPr>
          <p:nvPr/>
        </p:nvSpPr>
        <p:spPr>
          <a:xfrm>
            <a:off x="8858250" y="48768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70847C4F-8B76-4B73-8453-F00BC5408E9E}"/>
              </a:ext>
            </a:extLst>
          </p:cNvPr>
          <p:cNvSpPr>
            <a:spLocks noGrp="1"/>
          </p:cNvSpPr>
          <p:nvPr/>
        </p:nvSpPr>
        <p:spPr>
          <a:xfrm>
            <a:off x="9220200" y="48768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6DDFA182-7BB6-4F3E-A874-8AC9D6EFA297}"/>
              </a:ext>
            </a:extLst>
          </p:cNvPr>
          <p:cNvSpPr>
            <a:spLocks noGrp="1"/>
          </p:cNvSpPr>
          <p:nvPr/>
        </p:nvSpPr>
        <p:spPr>
          <a:xfrm>
            <a:off x="9582150" y="48768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6CDC594D-13E1-49F5-A483-9CE6149D99BD}"/>
              </a:ext>
            </a:extLst>
          </p:cNvPr>
          <p:cNvSpPr>
            <a:spLocks noGrp="1"/>
          </p:cNvSpPr>
          <p:nvPr/>
        </p:nvSpPr>
        <p:spPr>
          <a:xfrm>
            <a:off x="9944100" y="48768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B3FB9E00-7C0E-44A2-B2E4-928E9EC93D59}"/>
              </a:ext>
            </a:extLst>
          </p:cNvPr>
          <p:cNvSpPr>
            <a:spLocks noGrp="1"/>
          </p:cNvSpPr>
          <p:nvPr/>
        </p:nvSpPr>
        <p:spPr>
          <a:xfrm>
            <a:off x="10306050" y="48768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24ED3E13-F0CB-4E46-A7A1-E3E7845A7F72}"/>
              </a:ext>
            </a:extLst>
          </p:cNvPr>
          <p:cNvSpPr>
            <a:spLocks noGrp="1"/>
          </p:cNvSpPr>
          <p:nvPr/>
        </p:nvSpPr>
        <p:spPr>
          <a:xfrm>
            <a:off x="10668000" y="48768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ECCEAC3B-77D5-477C-97F7-162FB4518A70}"/>
              </a:ext>
            </a:extLst>
          </p:cNvPr>
          <p:cNvSpPr>
            <a:spLocks noGrp="1"/>
          </p:cNvSpPr>
          <p:nvPr/>
        </p:nvSpPr>
        <p:spPr>
          <a:xfrm>
            <a:off x="11029950" y="48768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E5E4C447-CC67-4843-885B-362CF40B7ABD}"/>
              </a:ext>
            </a:extLst>
          </p:cNvPr>
          <p:cNvSpPr>
            <a:spLocks noGrp="1"/>
          </p:cNvSpPr>
          <p:nvPr/>
        </p:nvSpPr>
        <p:spPr>
          <a:xfrm>
            <a:off x="11391900" y="48768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6E5824AC-A1A2-4143-BDC4-71E88A80F82B}"/>
              </a:ext>
            </a:extLst>
          </p:cNvPr>
          <p:cNvSpPr>
            <a:spLocks noGrp="1"/>
          </p:cNvSpPr>
          <p:nvPr/>
        </p:nvSpPr>
        <p:spPr>
          <a:xfrm>
            <a:off x="8858250" y="52006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E772094A-1604-49A4-A064-30D7930B20AC}"/>
              </a:ext>
            </a:extLst>
          </p:cNvPr>
          <p:cNvSpPr>
            <a:spLocks noGrp="1"/>
          </p:cNvSpPr>
          <p:nvPr/>
        </p:nvSpPr>
        <p:spPr>
          <a:xfrm>
            <a:off x="9220200" y="52006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27DDAEE9-644B-40EC-BFE0-AB6D915D9BE8}"/>
              </a:ext>
            </a:extLst>
          </p:cNvPr>
          <p:cNvSpPr>
            <a:spLocks noGrp="1"/>
          </p:cNvSpPr>
          <p:nvPr/>
        </p:nvSpPr>
        <p:spPr>
          <a:xfrm>
            <a:off x="9582150" y="52006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19BB20C9-993E-4D43-AB52-3059337CD216}"/>
              </a:ext>
            </a:extLst>
          </p:cNvPr>
          <p:cNvSpPr>
            <a:spLocks noGrp="1"/>
          </p:cNvSpPr>
          <p:nvPr/>
        </p:nvSpPr>
        <p:spPr>
          <a:xfrm>
            <a:off x="9944100" y="52006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AB639144-F33F-42C4-86F4-AFDFF6E27B34}"/>
              </a:ext>
            </a:extLst>
          </p:cNvPr>
          <p:cNvSpPr>
            <a:spLocks noGrp="1"/>
          </p:cNvSpPr>
          <p:nvPr/>
        </p:nvSpPr>
        <p:spPr>
          <a:xfrm>
            <a:off x="10306050" y="52006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BAEA4207-B46F-4050-B9F8-BF79C3AAAAAD}"/>
              </a:ext>
            </a:extLst>
          </p:cNvPr>
          <p:cNvSpPr>
            <a:spLocks noGrp="1"/>
          </p:cNvSpPr>
          <p:nvPr/>
        </p:nvSpPr>
        <p:spPr>
          <a:xfrm>
            <a:off x="10668000" y="52006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EA7627ED-7C2F-438B-8867-65B51E5E1C11}"/>
              </a:ext>
            </a:extLst>
          </p:cNvPr>
          <p:cNvSpPr>
            <a:spLocks noGrp="1"/>
          </p:cNvSpPr>
          <p:nvPr/>
        </p:nvSpPr>
        <p:spPr>
          <a:xfrm>
            <a:off x="11029950" y="52006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C8B15D03-24C4-4B19-8308-DB2E795FD0D2}"/>
              </a:ext>
            </a:extLst>
          </p:cNvPr>
          <p:cNvSpPr>
            <a:spLocks noGrp="1"/>
          </p:cNvSpPr>
          <p:nvPr/>
        </p:nvSpPr>
        <p:spPr>
          <a:xfrm>
            <a:off x="11391900" y="52006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D0665B1B-C58F-4DF4-97FB-460A2C34C18E}"/>
              </a:ext>
            </a:extLst>
          </p:cNvPr>
          <p:cNvSpPr>
            <a:spLocks noGrp="1"/>
          </p:cNvSpPr>
          <p:nvPr/>
        </p:nvSpPr>
        <p:spPr>
          <a:xfrm>
            <a:off x="8858250" y="55245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FBD41619-BB4A-472D-A787-55DF201A62F2}"/>
              </a:ext>
            </a:extLst>
          </p:cNvPr>
          <p:cNvSpPr>
            <a:spLocks noGrp="1"/>
          </p:cNvSpPr>
          <p:nvPr/>
        </p:nvSpPr>
        <p:spPr>
          <a:xfrm>
            <a:off x="9220200" y="55245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822B53D3-3949-49ED-9F0D-4626BA66C776}"/>
              </a:ext>
            </a:extLst>
          </p:cNvPr>
          <p:cNvSpPr>
            <a:spLocks noGrp="1"/>
          </p:cNvSpPr>
          <p:nvPr/>
        </p:nvSpPr>
        <p:spPr>
          <a:xfrm>
            <a:off x="9582150" y="55245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94714C12-9273-4AC2-BBDE-F799121DFD91}"/>
              </a:ext>
            </a:extLst>
          </p:cNvPr>
          <p:cNvSpPr>
            <a:spLocks noGrp="1"/>
          </p:cNvSpPr>
          <p:nvPr/>
        </p:nvSpPr>
        <p:spPr>
          <a:xfrm>
            <a:off x="9944100" y="55245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CAE1005D-E1BF-4E21-B732-6506E0329D32}"/>
              </a:ext>
            </a:extLst>
          </p:cNvPr>
          <p:cNvSpPr>
            <a:spLocks noGrp="1"/>
          </p:cNvSpPr>
          <p:nvPr/>
        </p:nvSpPr>
        <p:spPr>
          <a:xfrm>
            <a:off x="10306050" y="55245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A0F0D932-C200-41C7-B166-C1618EC0BFC0}"/>
              </a:ext>
            </a:extLst>
          </p:cNvPr>
          <p:cNvSpPr>
            <a:spLocks noGrp="1"/>
          </p:cNvSpPr>
          <p:nvPr/>
        </p:nvSpPr>
        <p:spPr>
          <a:xfrm>
            <a:off x="10668000" y="55245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73734C5D-D7CC-4BCB-96B1-15E25FDB62E4}"/>
              </a:ext>
            </a:extLst>
          </p:cNvPr>
          <p:cNvSpPr>
            <a:spLocks noGrp="1"/>
          </p:cNvSpPr>
          <p:nvPr/>
        </p:nvSpPr>
        <p:spPr>
          <a:xfrm>
            <a:off x="11029950" y="55245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BE8957E-8707-4EBD-9504-E98B5964E686}"/>
              </a:ext>
            </a:extLst>
          </p:cNvPr>
          <p:cNvSpPr>
            <a:spLocks noGrp="1"/>
          </p:cNvSpPr>
          <p:nvPr/>
        </p:nvSpPr>
        <p:spPr>
          <a:xfrm>
            <a:off x="11391900" y="55245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B357DB0E-6DD2-4351-BC3C-45B3A1C621A0}"/>
              </a:ext>
            </a:extLst>
          </p:cNvPr>
          <p:cNvSpPr>
            <a:spLocks noGrp="1"/>
          </p:cNvSpPr>
          <p:nvPr/>
        </p:nvSpPr>
        <p:spPr>
          <a:xfrm>
            <a:off x="8858250" y="58483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97BF4D5E-FC2B-4F4F-AB77-75D811357C9C}"/>
              </a:ext>
            </a:extLst>
          </p:cNvPr>
          <p:cNvSpPr>
            <a:spLocks noGrp="1"/>
          </p:cNvSpPr>
          <p:nvPr/>
        </p:nvSpPr>
        <p:spPr>
          <a:xfrm>
            <a:off x="9220200" y="58483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B87BAB1A-EAD6-4273-BAD1-C5DFD8B17E9B}"/>
              </a:ext>
            </a:extLst>
          </p:cNvPr>
          <p:cNvSpPr>
            <a:spLocks noGrp="1"/>
          </p:cNvSpPr>
          <p:nvPr/>
        </p:nvSpPr>
        <p:spPr>
          <a:xfrm>
            <a:off x="9582150" y="58483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9C4B358A-9E93-40D7-959A-61C93ABCE872}"/>
              </a:ext>
            </a:extLst>
          </p:cNvPr>
          <p:cNvSpPr>
            <a:spLocks noGrp="1"/>
          </p:cNvSpPr>
          <p:nvPr/>
        </p:nvSpPr>
        <p:spPr>
          <a:xfrm>
            <a:off x="9944100" y="58483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6A889B6F-5AC7-4D43-8A71-181A0A9F9820}"/>
              </a:ext>
            </a:extLst>
          </p:cNvPr>
          <p:cNvSpPr>
            <a:spLocks noGrp="1"/>
          </p:cNvSpPr>
          <p:nvPr/>
        </p:nvSpPr>
        <p:spPr>
          <a:xfrm>
            <a:off x="10306050" y="58483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88BDEBD6-278B-4FC6-9664-8CEAE1A51A51}"/>
              </a:ext>
            </a:extLst>
          </p:cNvPr>
          <p:cNvSpPr>
            <a:spLocks noGrp="1"/>
          </p:cNvSpPr>
          <p:nvPr/>
        </p:nvSpPr>
        <p:spPr>
          <a:xfrm>
            <a:off x="10668000" y="58483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8BABE8AF-6529-4D59-BF75-C375A4F1E118}"/>
              </a:ext>
            </a:extLst>
          </p:cNvPr>
          <p:cNvSpPr>
            <a:spLocks noGrp="1"/>
          </p:cNvSpPr>
          <p:nvPr/>
        </p:nvSpPr>
        <p:spPr>
          <a:xfrm>
            <a:off x="11029950" y="58483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9F2B2C30-D943-48B5-91A3-30FD97D8CD09}"/>
              </a:ext>
            </a:extLst>
          </p:cNvPr>
          <p:cNvSpPr>
            <a:spLocks noGrp="1"/>
          </p:cNvSpPr>
          <p:nvPr/>
        </p:nvSpPr>
        <p:spPr>
          <a:xfrm>
            <a:off x="11391900" y="58483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1002669E-ADDC-4F97-8915-95279E6B13C6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FF6B5F"/>
                </a:solidFill>
                <a:latin typeface="Meiryo"/>
                <a:ea typeface="Meiryo"/>
                <a:cs typeface="Meiryo"/>
              </a:defRPr>
            </a:pPr>
            <a:r>
              <a:rPr lang="en-US" altLang="ko-KR" sz="1125" b="1">
                <a:solidFill>
                  <a:srgbClr val="FF6B5F"/>
                </a:solidFill>
                <a:latin typeface="Meiryo"/>
              </a:rPr>
              <a:t>&lt;</a:t>
            </a:r>
            <a:r>
              <a:rPr lang="ko-KR" altLang="en-US" sz="1125" b="1">
                <a:solidFill>
                  <a:srgbClr val="FF6B5F"/>
                </a:solidFill>
                <a:latin typeface="Meiryo"/>
              </a:rPr>
              <a:t>프로젝트 제안서</a:t>
            </a:r>
            <a:r>
              <a:rPr lang="en-US" altLang="ko-KR" sz="1125" b="1">
                <a:solidFill>
                  <a:srgbClr val="FF6B5F"/>
                </a:solidFill>
                <a:latin typeface="Meiryo"/>
              </a:rPr>
              <a:t>&gt;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CEB95990-1C0F-41DC-9C5D-AEAE556AEA2A}"/>
              </a:ext>
            </a:extLst>
          </p:cNvPr>
          <p:cNvSpPr>
            <a:spLocks noGrp="1"/>
          </p:cNvSpPr>
          <p:nvPr/>
        </p:nvSpPr>
        <p:spPr>
          <a:xfrm>
            <a:off x="609600" y="1543050"/>
            <a:ext cx="66675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446"/>
          </a:bodyPr>
          <a:lstStyle/>
          <a:p>
            <a:pPr algn="l">
              <a:defRPr sz="4650" b="1">
                <a:solidFill>
                  <a:srgbClr val="F3EDE2"/>
                </a:solidFill>
                <a:latin typeface="Meiryo"/>
                <a:ea typeface="Meiryo"/>
                <a:cs typeface="Meiryo"/>
              </a:defRPr>
            </a:pPr>
            <a:r>
              <a:rPr sz="4650" b="1">
                <a:solidFill>
                  <a:srgbClr val="F3EDE2"/>
                </a:solidFill>
                <a:latin typeface="Meiryo"/>
                <a:ea typeface="Meiryo"/>
                <a:cs typeface="Meiryo"/>
              </a:rPr>
              <a:t>Smart</a:t>
            </a:r>
          </a:p>
          <a:p>
            <a:pPr algn="l">
              <a:defRPr sz="4650" b="1">
                <a:solidFill>
                  <a:srgbClr val="F3EDE2"/>
                </a:solidFill>
                <a:latin typeface="Meiryo"/>
                <a:ea typeface="Meiryo"/>
                <a:cs typeface="Meiryo"/>
              </a:defRPr>
            </a:pPr>
            <a:r>
              <a:rPr sz="4650" b="1">
                <a:solidFill>
                  <a:srgbClr val="F3EDE2"/>
                </a:solidFill>
                <a:latin typeface="Meiryo"/>
                <a:ea typeface="Meiryo"/>
                <a:cs typeface="Meiryo"/>
              </a:rPr>
              <a:t>Ticketing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F9AD2D3E-48BE-440B-9CBF-F4FB38F93509}"/>
              </a:ext>
            </a:extLst>
          </p:cNvPr>
          <p:cNvSpPr>
            <a:spLocks noGrp="1"/>
          </p:cNvSpPr>
          <p:nvPr/>
        </p:nvSpPr>
        <p:spPr>
          <a:xfrm>
            <a:off x="638175" y="3143250"/>
            <a:ext cx="685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>
                <a:solidFill>
                  <a:srgbClr val="AAA59C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AAA59C"/>
                </a:solidFill>
                <a:latin typeface="Meiryo"/>
                <a:ea typeface="Meiryo"/>
                <a:cs typeface="Meiryo"/>
              </a:rPr>
              <a:t>대규모 트래픽 대응형 스마트 영화 예매 시스템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D6E16EF3-FA21-43CF-9417-25B52789F97F}"/>
              </a:ext>
            </a:extLst>
          </p:cNvPr>
          <p:cNvSpPr>
            <a:spLocks noGrp="1"/>
          </p:cNvSpPr>
          <p:nvPr/>
        </p:nvSpPr>
        <p:spPr>
          <a:xfrm>
            <a:off x="8972550" y="590550"/>
            <a:ext cx="23812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0" b="1">
                <a:solidFill>
                  <a:srgbClr val="FF6B5F"/>
                </a:solidFill>
                <a:latin typeface="Arial"/>
                <a:ea typeface="Arial"/>
                <a:cs typeface="Arial"/>
              </a:defRPr>
            </a:pPr>
            <a:endParaRPr sz="8250" b="1" dirty="0">
              <a:solidFill>
                <a:srgbClr val="FF6B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EEBBC40F-A3C9-43DB-811B-96907C381ED1}"/>
              </a:ext>
            </a:extLst>
          </p:cNvPr>
          <p:cNvSpPr>
            <a:spLocks noGrp="1"/>
          </p:cNvSpPr>
          <p:nvPr/>
        </p:nvSpPr>
        <p:spPr>
          <a:xfrm>
            <a:off x="638175" y="50863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F3EDE2"/>
                </a:solidFill>
                <a:latin typeface="Meiryo"/>
                <a:ea typeface="Meiryo"/>
                <a:cs typeface="Meiryo"/>
              </a:defRPr>
            </a:pPr>
            <a:r>
              <a:rPr lang="ko-KR" altLang="en-US" sz="1350" b="1">
                <a:solidFill>
                  <a:srgbClr val="F3EDE2"/>
                </a:solidFill>
                <a:latin typeface="Meiryo"/>
              </a:rPr>
              <a:t>영화 조회 </a:t>
            </a:r>
            <a:r>
              <a:rPr lang="en-US" altLang="ko-KR" sz="1350" b="1">
                <a:solidFill>
                  <a:srgbClr val="F3EDE2"/>
                </a:solidFill>
                <a:latin typeface="Meiryo"/>
              </a:rPr>
              <a:t>· </a:t>
            </a:r>
            <a:r>
              <a:rPr lang="ko-KR" altLang="en-US" sz="1350" b="1">
                <a:solidFill>
                  <a:srgbClr val="F3EDE2"/>
                </a:solidFill>
                <a:latin typeface="Meiryo"/>
              </a:rPr>
              <a:t>좌석 예매 </a:t>
            </a:r>
            <a:r>
              <a:rPr lang="en-US" altLang="ko-KR" sz="1350" b="1">
                <a:solidFill>
                  <a:srgbClr val="F3EDE2"/>
                </a:solidFill>
                <a:latin typeface="Meiryo"/>
              </a:rPr>
              <a:t>· </a:t>
            </a:r>
            <a:r>
              <a:rPr lang="ko-KR" altLang="en-US" sz="1350" b="1">
                <a:solidFill>
                  <a:srgbClr val="F3EDE2"/>
                </a:solidFill>
                <a:latin typeface="Meiryo"/>
              </a:rPr>
              <a:t>취소 </a:t>
            </a:r>
            <a:r>
              <a:rPr lang="en-US" altLang="ko-KR" sz="1350" b="1">
                <a:solidFill>
                  <a:srgbClr val="F3EDE2"/>
                </a:solidFill>
                <a:latin typeface="Meiryo"/>
              </a:rPr>
              <a:t>· </a:t>
            </a:r>
            <a:r>
              <a:rPr lang="ko-KR" altLang="en-US" sz="1350" b="1">
                <a:solidFill>
                  <a:srgbClr val="F3EDE2"/>
                </a:solidFill>
                <a:latin typeface="Meiryo"/>
              </a:rPr>
              <a:t>대기열 기능 개발</a:t>
            </a:r>
          </a:p>
        </p:txBody>
      </p:sp>
      <p:sp>
        <p:nvSpPr>
          <p:cNvPr id="64" name="직선 연결선 63">
            <a:extLst>
              <a:ext uri="{FF2B5EF4-FFF2-40B4-BE49-F238E27FC236}">
                <a16:creationId xmlns:a16="http://schemas.microsoft.com/office/drawing/2014/main" id="{A1212DE5-C4C3-47DA-9B60-2CDA1266B844}"/>
              </a:ext>
            </a:extLst>
          </p:cNvPr>
          <p:cNvSpPr>
            <a:spLocks noGrp="1"/>
          </p:cNvSpPr>
          <p:nvPr/>
        </p:nvSpPr>
        <p:spPr>
          <a:xfrm>
            <a:off x="638175" y="5524500"/>
            <a:ext cx="6838950" cy="0"/>
          </a:xfrm>
          <a:prstGeom prst="line">
            <a:avLst/>
          </a:prstGeom>
          <a:noFill/>
          <a:ln w="9525">
            <a:solidFill>
              <a:srgbClr val="454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CD9E0C09-BEDB-48D0-84D2-084683F8DD52}"/>
              </a:ext>
            </a:extLst>
          </p:cNvPr>
          <p:cNvSpPr>
            <a:spLocks noGrp="1"/>
          </p:cNvSpPr>
          <p:nvPr/>
        </p:nvSpPr>
        <p:spPr>
          <a:xfrm>
            <a:off x="638175" y="5743575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AAA59C"/>
                </a:solidFill>
                <a:latin typeface="Meiryo"/>
                <a:ea typeface="Meiryo"/>
                <a:cs typeface="Meiryo"/>
              </a:defRPr>
            </a:pPr>
            <a:r>
              <a:rPr sz="1125" b="1" dirty="0" err="1">
                <a:solidFill>
                  <a:srgbClr val="AAA59C"/>
                </a:solidFill>
                <a:latin typeface="Meiryo"/>
                <a:ea typeface="Meiryo"/>
                <a:cs typeface="Meiryo"/>
              </a:rPr>
              <a:t>개발</a:t>
            </a:r>
            <a:r>
              <a:rPr sz="1125" b="1" dirty="0">
                <a:solidFill>
                  <a:srgbClr val="AAA59C"/>
                </a:solidFill>
                <a:latin typeface="Meiryo"/>
                <a:ea typeface="Meiryo"/>
                <a:cs typeface="Meiryo"/>
              </a:rPr>
              <a:t> </a:t>
            </a:r>
            <a:r>
              <a:rPr sz="1125" b="1" dirty="0" err="1">
                <a:solidFill>
                  <a:srgbClr val="AAA59C"/>
                </a:solidFill>
                <a:latin typeface="Meiryo"/>
                <a:ea typeface="Meiryo"/>
                <a:cs typeface="Meiryo"/>
              </a:rPr>
              <a:t>기간</a:t>
            </a:r>
            <a:r>
              <a:rPr lang="en-US" sz="1125" b="1" dirty="0">
                <a:solidFill>
                  <a:srgbClr val="AAA59C"/>
                </a:solidFill>
                <a:latin typeface="Meiryo"/>
                <a:ea typeface="Meiryo"/>
                <a:cs typeface="Meiryo"/>
              </a:rPr>
              <a:t> </a:t>
            </a:r>
            <a:r>
              <a:rPr lang="ko-KR" altLang="en-US" sz="1125" b="1" dirty="0">
                <a:solidFill>
                  <a:srgbClr val="AAA59C"/>
                </a:solidFill>
                <a:latin typeface="Meiryo"/>
                <a:ea typeface="Meiryo"/>
                <a:cs typeface="Meiryo"/>
              </a:rPr>
              <a:t>약</a:t>
            </a:r>
            <a:r>
              <a:rPr sz="1125" b="1" dirty="0">
                <a:solidFill>
                  <a:srgbClr val="AAA59C"/>
                </a:solidFill>
                <a:latin typeface="Meiryo"/>
                <a:ea typeface="Meiryo"/>
                <a:cs typeface="Meiryo"/>
              </a:rPr>
              <a:t>  2주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4586A167-7EBC-41A9-A356-B82CA0126B03}"/>
              </a:ext>
            </a:extLst>
          </p:cNvPr>
          <p:cNvSpPr>
            <a:spLocks noGrp="1"/>
          </p:cNvSpPr>
          <p:nvPr/>
        </p:nvSpPr>
        <p:spPr>
          <a:xfrm>
            <a:off x="2905125" y="5743575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AAA59C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AAA59C"/>
                </a:solidFill>
                <a:latin typeface="Meiryo"/>
                <a:ea typeface="Meiryo"/>
                <a:cs typeface="Meiryo"/>
              </a:rPr>
              <a:t>작성일  2026. 09. 28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56DC826B-9554-4ED5-BD4C-A3D3B4F6F495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>
                <a:solidFill>
                  <a:srgbClr val="AAA59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AA59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82498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6927E2E6-920A-44A2-BDFC-DD4244300694}"/>
              </a:ext>
            </a:extLst>
          </p:cNvPr>
          <p:cNvSpPr>
            <a:spLocks noGrp="1"/>
          </p:cNvSpPr>
          <p:nvPr/>
        </p:nvSpPr>
        <p:spPr>
          <a:xfrm>
            <a:off x="590550" y="2857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FF6B5F"/>
                </a:solidFill>
                <a:latin typeface="Meiryo"/>
                <a:ea typeface="Meiryo"/>
                <a:cs typeface="Meiryo"/>
              </a:defRPr>
            </a:pPr>
            <a:r>
              <a:rPr lang="en-US" altLang="ko-KR" sz="1050" b="1">
                <a:solidFill>
                  <a:srgbClr val="FF6B5F"/>
                </a:solidFill>
                <a:latin typeface="Meiryo"/>
              </a:rPr>
              <a:t>&lt;</a:t>
            </a:r>
            <a:r>
              <a:rPr lang="ko-KR" altLang="en-US" sz="1050" b="1">
                <a:solidFill>
                  <a:srgbClr val="FF6B5F"/>
                </a:solidFill>
                <a:latin typeface="Meiryo"/>
              </a:rPr>
              <a:t>개발 기획</a:t>
            </a:r>
            <a:r>
              <a:rPr lang="en-US" altLang="ko-KR" sz="1050" b="1">
                <a:solidFill>
                  <a:srgbClr val="FF6B5F"/>
                </a:solidFill>
                <a:latin typeface="Meiryo"/>
              </a:rPr>
              <a:t>&gt;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6D82A3B-5ACC-4F8F-A3CB-73E48EE87440}"/>
              </a:ext>
            </a:extLst>
          </p:cNvPr>
          <p:cNvSpPr>
            <a:spLocks noGrp="1"/>
          </p:cNvSpPr>
          <p:nvPr/>
        </p:nvSpPr>
        <p:spPr>
          <a:xfrm>
            <a:off x="590550" y="533400"/>
            <a:ext cx="10810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F3EDE2"/>
                </a:solidFill>
                <a:latin typeface="Meiryo"/>
                <a:ea typeface="Meiryo"/>
                <a:cs typeface="Meiryo"/>
              </a:defRPr>
            </a:pPr>
            <a:r>
              <a:rPr lang="ko-KR" altLang="en-US" sz="2700" b="1">
                <a:solidFill>
                  <a:srgbClr val="F3EDE2"/>
                </a:solidFill>
                <a:latin typeface="Meiryo"/>
              </a:rPr>
              <a:t>핵심 예매 기능부터 외부 </a:t>
            </a:r>
            <a:r>
              <a:rPr lang="en-US" altLang="ko-KR" sz="2700" b="1">
                <a:solidFill>
                  <a:srgbClr val="F3EDE2"/>
                </a:solidFill>
                <a:latin typeface="Meiryo"/>
              </a:rPr>
              <a:t>API</a:t>
            </a:r>
            <a:r>
              <a:rPr lang="ko-KR" altLang="en-US" sz="2700" b="1">
                <a:solidFill>
                  <a:srgbClr val="F3EDE2"/>
                </a:solidFill>
                <a:latin typeface="Meiryo"/>
              </a:rPr>
              <a:t>까지 단계별 개발 계획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4228E930-0CC5-42F0-B3A2-61ACF03BDEDD}"/>
              </a:ext>
            </a:extLst>
          </p:cNvPr>
          <p:cNvSpPr>
            <a:spLocks noGrp="1"/>
          </p:cNvSpPr>
          <p:nvPr/>
        </p:nvSpPr>
        <p:spPr>
          <a:xfrm>
            <a:off x="590550" y="1162050"/>
            <a:ext cx="11010900" cy="0"/>
          </a:xfrm>
          <a:prstGeom prst="line">
            <a:avLst/>
          </a:prstGeom>
          <a:noFill/>
          <a:ln w="9525">
            <a:solidFill>
              <a:srgbClr val="454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CE5B2B2-DDC5-463F-971A-49983886238C}"/>
              </a:ext>
            </a:extLst>
          </p:cNvPr>
          <p:cNvSpPr>
            <a:spLocks noGrp="1"/>
          </p:cNvSpPr>
          <p:nvPr/>
        </p:nvSpPr>
        <p:spPr>
          <a:xfrm>
            <a:off x="590550" y="1152525"/>
            <a:ext cx="781050" cy="28575"/>
          </a:xfrm>
          <a:prstGeom prst="rect">
            <a:avLst/>
          </a:prstGeom>
          <a:solidFill>
            <a:srgbClr val="FF6B5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460AC99-5152-4912-9548-6E477A576AB5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342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1">
                <a:solidFill>
                  <a:srgbClr val="AAA59C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AAA59C"/>
                </a:solidFill>
                <a:latin typeface="Meiryo"/>
                <a:ea typeface="Meiryo"/>
                <a:cs typeface="Meiryo"/>
              </a:rPr>
              <a:t>SMART TICKETING  ·  2-WEEK MVP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1244D28-1A3E-4A2D-9EF3-C65C3EADB474}"/>
              </a:ext>
            </a:extLst>
          </p:cNvPr>
          <p:cNvSpPr>
            <a:spLocks noGrp="1"/>
          </p:cNvSpPr>
          <p:nvPr/>
        </p:nvSpPr>
        <p:spPr>
          <a:xfrm>
            <a:off x="11163300" y="649605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>
                <a:solidFill>
                  <a:srgbClr val="AAA59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AA59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3EAB63C-EEA7-42E4-98CA-CE1DDA096811}"/>
              </a:ext>
            </a:extLst>
          </p:cNvPr>
          <p:cNvSpPr>
            <a:spLocks noGrp="1"/>
          </p:cNvSpPr>
          <p:nvPr/>
        </p:nvSpPr>
        <p:spPr>
          <a:xfrm>
            <a:off x="590550" y="1562100"/>
            <a:ext cx="797698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/>
          </a:bodyPr>
          <a:lstStyle/>
          <a:p>
            <a:pPr algn="l">
              <a:defRPr sz="2250" b="1">
                <a:solidFill>
                  <a:srgbClr val="F3EDE2"/>
                </a:solidFill>
                <a:latin typeface="Meiryo"/>
                <a:ea typeface="Meiryo"/>
                <a:cs typeface="Meiryo"/>
              </a:defRPr>
            </a:pPr>
            <a:r>
              <a:rPr lang="ko-KR" altLang="en-US" sz="2100" b="1" dirty="0">
                <a:solidFill>
                  <a:srgbClr val="F3EDE2"/>
                </a:solidFill>
                <a:latin typeface="Meiryo"/>
              </a:rPr>
              <a:t>내부 테스트 데이터로 기본 예매 흐름을 먼저 구현예정</a:t>
            </a:r>
            <a:r>
              <a:rPr lang="en-US" altLang="ko-KR" sz="2100" b="1" dirty="0">
                <a:solidFill>
                  <a:srgbClr val="F3EDE2"/>
                </a:solidFill>
                <a:latin typeface="Meiryo"/>
              </a:rPr>
              <a:t>.</a:t>
            </a:r>
          </a:p>
          <a:p>
            <a:pPr algn="l"/>
            <a:r>
              <a:rPr lang="ko-KR" altLang="en-US" sz="2100" b="1" dirty="0">
                <a:solidFill>
                  <a:srgbClr val="F3EDE2"/>
                </a:solidFill>
                <a:latin typeface="Meiryo"/>
              </a:rPr>
              <a:t>다음으로 </a:t>
            </a:r>
            <a:r>
              <a:rPr lang="ko-KR" altLang="en-US" sz="2100" b="1" dirty="0" err="1">
                <a:solidFill>
                  <a:srgbClr val="F3EDE2"/>
                </a:solidFill>
                <a:latin typeface="Meiryo"/>
              </a:rPr>
              <a:t>대기열</a:t>
            </a:r>
            <a:r>
              <a:rPr lang="en-US" altLang="ko-KR" sz="2100" b="1" dirty="0">
                <a:solidFill>
                  <a:srgbClr val="F3EDE2"/>
                </a:solidFill>
                <a:latin typeface="Meiryo"/>
              </a:rPr>
              <a:t>/</a:t>
            </a:r>
            <a:r>
              <a:rPr lang="ko-KR" altLang="en-US" sz="2100" b="1" dirty="0">
                <a:solidFill>
                  <a:srgbClr val="F3EDE2"/>
                </a:solidFill>
                <a:latin typeface="Meiryo"/>
              </a:rPr>
              <a:t>동시성 처리를 추가하고 실제 상영 데이터 </a:t>
            </a:r>
            <a:r>
              <a:rPr lang="en-US" altLang="ko-KR" sz="2100" b="1" dirty="0">
                <a:solidFill>
                  <a:srgbClr val="F3EDE2"/>
                </a:solidFill>
                <a:latin typeface="Meiryo"/>
              </a:rPr>
              <a:t>API</a:t>
            </a:r>
            <a:r>
              <a:rPr lang="ko-KR" altLang="en-US" sz="2100" b="1" dirty="0">
                <a:solidFill>
                  <a:srgbClr val="F3EDE2"/>
                </a:solidFill>
                <a:latin typeface="Meiryo"/>
              </a:rPr>
              <a:t>를 적용</a:t>
            </a:r>
            <a:r>
              <a:rPr lang="en-US" altLang="ko-KR" sz="2100" b="1" dirty="0">
                <a:solidFill>
                  <a:srgbClr val="F3EDE2"/>
                </a:solidFill>
                <a:latin typeface="Meiryo"/>
              </a:rPr>
              <a:t>.</a:t>
            </a:r>
          </a:p>
        </p:txBody>
      </p:sp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82A97D8F-FD5C-4537-8A58-4C50BDDD068B}"/>
              </a:ext>
            </a:extLst>
          </p:cNvPr>
          <p:cNvSpPr>
            <a:spLocks noGrp="1"/>
          </p:cNvSpPr>
          <p:nvPr/>
        </p:nvSpPr>
        <p:spPr>
          <a:xfrm>
            <a:off x="590550" y="2686050"/>
            <a:ext cx="11010900" cy="0"/>
          </a:xfrm>
          <a:prstGeom prst="line">
            <a:avLst/>
          </a:prstGeom>
          <a:noFill/>
          <a:ln w="9525">
            <a:solidFill>
              <a:srgbClr val="454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8B99076-11B6-45D5-9731-64DF0614A43A}"/>
              </a:ext>
            </a:extLst>
          </p:cNvPr>
          <p:cNvSpPr>
            <a:spLocks noGrp="1"/>
          </p:cNvSpPr>
          <p:nvPr/>
        </p:nvSpPr>
        <p:spPr>
          <a:xfrm>
            <a:off x="590550" y="3028950"/>
            <a:ext cx="857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485" lnSpcReduction="10000"/>
          </a:bodyPr>
          <a:lstStyle/>
          <a:p>
            <a:pPr algn="l">
              <a:defRPr sz="3300" b="1">
                <a:solidFill>
                  <a:srgbClr val="FF6B5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6B5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516505C-91AE-4CE0-A59F-9E7FEF1701B1}"/>
              </a:ext>
            </a:extLst>
          </p:cNvPr>
          <p:cNvSpPr>
            <a:spLocks noGrp="1"/>
          </p:cNvSpPr>
          <p:nvPr/>
        </p:nvSpPr>
        <p:spPr>
          <a:xfrm>
            <a:off x="590550" y="363855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F3EDE2"/>
                </a:solidFill>
                <a:latin typeface="Meiryo"/>
                <a:ea typeface="Meiryo"/>
                <a:cs typeface="Meiryo"/>
              </a:defRPr>
            </a:pPr>
            <a:r>
              <a:rPr lang="en-US" altLang="ko-KR" sz="1650" b="1" dirty="0">
                <a:solidFill>
                  <a:srgbClr val="F3EDE2"/>
                </a:solidFill>
                <a:latin typeface="Meiryo"/>
              </a:rPr>
              <a:t>1</a:t>
            </a:r>
            <a:r>
              <a:rPr lang="ko-KR" altLang="en-US" sz="1650" b="1" dirty="0">
                <a:solidFill>
                  <a:srgbClr val="F3EDE2"/>
                </a:solidFill>
                <a:latin typeface="Meiryo"/>
              </a:rPr>
              <a:t>단계 </a:t>
            </a:r>
            <a:r>
              <a:rPr lang="en-US" altLang="ko-KR" sz="1650" b="1" dirty="0">
                <a:solidFill>
                  <a:srgbClr val="F3EDE2"/>
                </a:solidFill>
                <a:latin typeface="Meiryo"/>
              </a:rPr>
              <a:t>- </a:t>
            </a:r>
            <a:r>
              <a:rPr lang="ko-KR" altLang="en-US" sz="1650" b="1" dirty="0">
                <a:solidFill>
                  <a:srgbClr val="F3EDE2"/>
                </a:solidFill>
                <a:latin typeface="Meiryo"/>
              </a:rPr>
              <a:t>기본 예매 흐름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B27BD59-BDA9-44CC-A8BF-65BC13B7C7FC}"/>
              </a:ext>
            </a:extLst>
          </p:cNvPr>
          <p:cNvSpPr>
            <a:spLocks noGrp="1"/>
          </p:cNvSpPr>
          <p:nvPr/>
        </p:nvSpPr>
        <p:spPr>
          <a:xfrm>
            <a:off x="590550" y="4076700"/>
            <a:ext cx="3000375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AAA59C"/>
                </a:solidFill>
                <a:latin typeface="Meiryo"/>
                <a:ea typeface="Meiryo"/>
                <a:cs typeface="Meiryo"/>
              </a:defRPr>
            </a:pPr>
            <a:r>
              <a:rPr lang="ko-KR" altLang="en-US" sz="1400" b="0" dirty="0">
                <a:solidFill>
                  <a:srgbClr val="AAA59C"/>
                </a:solidFill>
                <a:latin typeface="Meiryo"/>
              </a:rPr>
              <a:t>회원가입</a:t>
            </a:r>
            <a:r>
              <a:rPr lang="en-US" altLang="ko-KR" sz="1400" dirty="0">
                <a:solidFill>
                  <a:srgbClr val="AAA59C"/>
                </a:solidFill>
                <a:latin typeface="Meiryo"/>
              </a:rPr>
              <a:t>, </a:t>
            </a:r>
            <a:r>
              <a:rPr lang="ko-KR" altLang="en-US" sz="1400" b="0" dirty="0">
                <a:solidFill>
                  <a:srgbClr val="AAA59C"/>
                </a:solidFill>
                <a:latin typeface="Meiryo"/>
              </a:rPr>
              <a:t>로그인</a:t>
            </a:r>
          </a:p>
          <a:p>
            <a:pPr algn="l"/>
            <a:r>
              <a:rPr lang="ko-KR" altLang="en-US" sz="1400" b="0" dirty="0">
                <a:solidFill>
                  <a:srgbClr val="AAA59C"/>
                </a:solidFill>
                <a:latin typeface="Meiryo"/>
              </a:rPr>
              <a:t>영화</a:t>
            </a:r>
            <a:r>
              <a:rPr lang="en-US" altLang="ko-KR" sz="1400" dirty="0">
                <a:solidFill>
                  <a:srgbClr val="AAA59C"/>
                </a:solidFill>
                <a:latin typeface="Meiryo"/>
              </a:rPr>
              <a:t>, </a:t>
            </a:r>
            <a:r>
              <a:rPr lang="ko-KR" altLang="en-US" sz="1400" b="0" dirty="0" err="1">
                <a:solidFill>
                  <a:srgbClr val="AAA59C"/>
                </a:solidFill>
                <a:latin typeface="Meiryo"/>
              </a:rPr>
              <a:t>회차</a:t>
            </a:r>
            <a:r>
              <a:rPr lang="en-US" altLang="ko-KR" sz="1400" dirty="0">
                <a:solidFill>
                  <a:srgbClr val="AAA59C"/>
                </a:solidFill>
                <a:latin typeface="Meiryo"/>
              </a:rPr>
              <a:t>, </a:t>
            </a:r>
            <a:r>
              <a:rPr lang="ko-KR" altLang="en-US" sz="1400" b="0" dirty="0">
                <a:solidFill>
                  <a:srgbClr val="AAA59C"/>
                </a:solidFill>
                <a:latin typeface="Meiryo"/>
              </a:rPr>
              <a:t>좌석 조회</a:t>
            </a:r>
          </a:p>
          <a:p>
            <a:pPr algn="l"/>
            <a:r>
              <a:rPr lang="ko-KR" altLang="en-US" sz="1400" b="0" dirty="0">
                <a:solidFill>
                  <a:srgbClr val="AAA59C"/>
                </a:solidFill>
                <a:latin typeface="Meiryo"/>
              </a:rPr>
              <a:t>좌석 선택</a:t>
            </a:r>
            <a:r>
              <a:rPr lang="en-US" altLang="ko-KR" sz="1400" dirty="0">
                <a:solidFill>
                  <a:srgbClr val="AAA59C"/>
                </a:solidFill>
                <a:latin typeface="Meiryo"/>
              </a:rPr>
              <a:t>,</a:t>
            </a:r>
            <a:r>
              <a:rPr lang="en-US" altLang="ko-KR" sz="1400" b="0" dirty="0">
                <a:solidFill>
                  <a:srgbClr val="AAA59C"/>
                </a:solidFill>
                <a:latin typeface="Meiryo"/>
              </a:rPr>
              <a:t> </a:t>
            </a:r>
            <a:r>
              <a:rPr lang="ko-KR" altLang="en-US" sz="1400" b="0" dirty="0">
                <a:solidFill>
                  <a:srgbClr val="AAA59C"/>
                </a:solidFill>
                <a:latin typeface="Meiryo"/>
              </a:rPr>
              <a:t>예매</a:t>
            </a:r>
            <a:r>
              <a:rPr lang="en-US" altLang="ko-KR" sz="1400" b="0" dirty="0">
                <a:solidFill>
                  <a:srgbClr val="AAA59C"/>
                </a:solidFill>
                <a:latin typeface="Meiryo"/>
              </a:rPr>
              <a:t>, </a:t>
            </a:r>
            <a:r>
              <a:rPr lang="ko-KR" altLang="en-US" sz="1400" b="0" dirty="0">
                <a:solidFill>
                  <a:srgbClr val="AAA59C"/>
                </a:solidFill>
                <a:latin typeface="Meiryo"/>
              </a:rPr>
              <a:t>취소</a:t>
            </a:r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E9DFD58B-FA82-4F37-9FFD-6C09AD4E65F5}"/>
              </a:ext>
            </a:extLst>
          </p:cNvPr>
          <p:cNvSpPr>
            <a:spLocks noGrp="1"/>
          </p:cNvSpPr>
          <p:nvPr/>
        </p:nvSpPr>
        <p:spPr>
          <a:xfrm>
            <a:off x="3924300" y="3028950"/>
            <a:ext cx="0" cy="2095500"/>
          </a:xfrm>
          <a:prstGeom prst="line">
            <a:avLst/>
          </a:prstGeom>
          <a:noFill/>
          <a:ln w="9525">
            <a:solidFill>
              <a:srgbClr val="454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B92A679-79E8-49BF-90E3-1D1BBD43A523}"/>
              </a:ext>
            </a:extLst>
          </p:cNvPr>
          <p:cNvSpPr>
            <a:spLocks noGrp="1"/>
          </p:cNvSpPr>
          <p:nvPr/>
        </p:nvSpPr>
        <p:spPr>
          <a:xfrm>
            <a:off x="4343400" y="3028950"/>
            <a:ext cx="857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485" lnSpcReduction="10000"/>
          </a:bodyPr>
          <a:lstStyle/>
          <a:p>
            <a:pPr algn="l">
              <a:defRPr sz="3300" b="1">
                <a:solidFill>
                  <a:srgbClr val="79D8C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79D8C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0C22B2B-5456-49EB-828A-DC9D65E74EDB}"/>
              </a:ext>
            </a:extLst>
          </p:cNvPr>
          <p:cNvSpPr>
            <a:spLocks noGrp="1"/>
          </p:cNvSpPr>
          <p:nvPr/>
        </p:nvSpPr>
        <p:spPr>
          <a:xfrm>
            <a:off x="4343400" y="363855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F3EDE2"/>
                </a:solidFill>
                <a:latin typeface="Meiryo"/>
                <a:ea typeface="Meiryo"/>
                <a:cs typeface="Meiryo"/>
              </a:defRPr>
            </a:pPr>
            <a:r>
              <a:rPr lang="en-US" altLang="ko-KR" sz="1650" b="1" dirty="0">
                <a:solidFill>
                  <a:srgbClr val="F3EDE2"/>
                </a:solidFill>
                <a:latin typeface="Meiryo"/>
              </a:rPr>
              <a:t>2</a:t>
            </a:r>
            <a:r>
              <a:rPr lang="ko-KR" altLang="en-US" sz="1650" b="1" dirty="0">
                <a:solidFill>
                  <a:srgbClr val="F3EDE2"/>
                </a:solidFill>
                <a:latin typeface="Meiryo"/>
              </a:rPr>
              <a:t>단계 </a:t>
            </a:r>
            <a:r>
              <a:rPr lang="en-US" altLang="ko-KR" sz="1650" b="1" dirty="0">
                <a:solidFill>
                  <a:srgbClr val="F3EDE2"/>
                </a:solidFill>
                <a:latin typeface="Meiryo"/>
              </a:rPr>
              <a:t>- </a:t>
            </a:r>
            <a:r>
              <a:rPr lang="ko-KR" altLang="en-US" sz="1650" b="1" dirty="0">
                <a:solidFill>
                  <a:srgbClr val="F3EDE2"/>
                </a:solidFill>
                <a:latin typeface="Meiryo"/>
              </a:rPr>
              <a:t>트래픽 대응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96F67AB-AADD-4DDE-913E-DC35630F7A6A}"/>
              </a:ext>
            </a:extLst>
          </p:cNvPr>
          <p:cNvSpPr>
            <a:spLocks noGrp="1"/>
          </p:cNvSpPr>
          <p:nvPr/>
        </p:nvSpPr>
        <p:spPr>
          <a:xfrm>
            <a:off x="4343400" y="4076700"/>
            <a:ext cx="3000375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AAA59C"/>
                </a:solidFill>
                <a:latin typeface="Meiryo"/>
                <a:ea typeface="Meiryo"/>
                <a:cs typeface="Meiryo"/>
              </a:defRPr>
            </a:pPr>
            <a:r>
              <a:rPr lang="en-US" altLang="ko-KR" sz="1400" b="0" dirty="0">
                <a:solidFill>
                  <a:srgbClr val="AAA59C"/>
                </a:solidFill>
                <a:latin typeface="Meiryo"/>
              </a:rPr>
              <a:t>Redis 5</a:t>
            </a:r>
            <a:r>
              <a:rPr lang="ko-KR" altLang="en-US" sz="1400" b="0" dirty="0">
                <a:solidFill>
                  <a:srgbClr val="AAA59C"/>
                </a:solidFill>
                <a:latin typeface="Meiryo"/>
              </a:rPr>
              <a:t>분 좌석 선점</a:t>
            </a:r>
          </a:p>
          <a:p>
            <a:pPr algn="l"/>
            <a:r>
              <a:rPr lang="en-US" altLang="ko-KR" sz="1400" b="0" dirty="0">
                <a:solidFill>
                  <a:srgbClr val="AAA59C"/>
                </a:solidFill>
                <a:latin typeface="Meiryo"/>
              </a:rPr>
              <a:t>FIFO </a:t>
            </a:r>
            <a:r>
              <a:rPr lang="ko-KR" altLang="en-US" sz="1400" b="0" dirty="0">
                <a:solidFill>
                  <a:srgbClr val="AAA59C"/>
                </a:solidFill>
                <a:latin typeface="Meiryo"/>
              </a:rPr>
              <a:t>대기 등록</a:t>
            </a:r>
            <a:r>
              <a:rPr lang="en-US" altLang="ko-KR" sz="1400" dirty="0">
                <a:solidFill>
                  <a:srgbClr val="AAA59C"/>
                </a:solidFill>
                <a:latin typeface="Meiryo"/>
              </a:rPr>
              <a:t>, </a:t>
            </a:r>
            <a:r>
              <a:rPr lang="ko-KR" altLang="en-US" sz="1400" b="0" dirty="0">
                <a:solidFill>
                  <a:srgbClr val="AAA59C"/>
                </a:solidFill>
                <a:latin typeface="Meiryo"/>
              </a:rPr>
              <a:t>순번 조회</a:t>
            </a:r>
          </a:p>
          <a:p>
            <a:pPr algn="l"/>
            <a:r>
              <a:rPr lang="ko-KR" altLang="en-US" sz="1400" b="0" dirty="0" err="1">
                <a:solidFill>
                  <a:srgbClr val="AAA59C"/>
                </a:solidFill>
                <a:latin typeface="Meiryo"/>
              </a:rPr>
              <a:t>취소표</a:t>
            </a:r>
            <a:r>
              <a:rPr lang="ko-KR" altLang="en-US" sz="1400" b="0" dirty="0">
                <a:solidFill>
                  <a:srgbClr val="AAA59C"/>
                </a:solidFill>
                <a:latin typeface="Meiryo"/>
              </a:rPr>
              <a:t> 자동 승계 </a:t>
            </a:r>
            <a:r>
              <a:rPr lang="en-US" altLang="ko-KR" sz="1400" dirty="0">
                <a:solidFill>
                  <a:srgbClr val="AAA59C"/>
                </a:solidFill>
                <a:latin typeface="Meiryo"/>
              </a:rPr>
              <a:t>, </a:t>
            </a:r>
            <a:r>
              <a:rPr lang="ko-KR" altLang="en-US" sz="1400" b="0" dirty="0">
                <a:solidFill>
                  <a:srgbClr val="AAA59C"/>
                </a:solidFill>
                <a:latin typeface="Meiryo"/>
              </a:rPr>
              <a:t>부하 테스트</a:t>
            </a:r>
          </a:p>
        </p:txBody>
      </p:sp>
      <p:sp>
        <p:nvSpPr>
          <p:cNvPr id="16" name="직선 연결선 15">
            <a:extLst>
              <a:ext uri="{FF2B5EF4-FFF2-40B4-BE49-F238E27FC236}">
                <a16:creationId xmlns:a16="http://schemas.microsoft.com/office/drawing/2014/main" id="{82121250-0AC4-4C8F-84A0-6314024F3E0B}"/>
              </a:ext>
            </a:extLst>
          </p:cNvPr>
          <p:cNvSpPr>
            <a:spLocks noGrp="1"/>
          </p:cNvSpPr>
          <p:nvPr/>
        </p:nvSpPr>
        <p:spPr>
          <a:xfrm>
            <a:off x="7677150" y="3028950"/>
            <a:ext cx="0" cy="2095500"/>
          </a:xfrm>
          <a:prstGeom prst="line">
            <a:avLst/>
          </a:prstGeom>
          <a:noFill/>
          <a:ln w="9525">
            <a:solidFill>
              <a:srgbClr val="454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56F8215-CC1A-4741-B112-67CF63140894}"/>
              </a:ext>
            </a:extLst>
          </p:cNvPr>
          <p:cNvSpPr>
            <a:spLocks noGrp="1"/>
          </p:cNvSpPr>
          <p:nvPr/>
        </p:nvSpPr>
        <p:spPr>
          <a:xfrm>
            <a:off x="8096250" y="3028950"/>
            <a:ext cx="857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485" lnSpcReduction="10000"/>
          </a:bodyPr>
          <a:lstStyle/>
          <a:p>
            <a:pPr algn="l">
              <a:defRPr sz="3300" b="1">
                <a:solidFill>
                  <a:srgbClr val="FF6B5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6B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20E6793-74EE-48BD-84CE-E91941A50B18}"/>
              </a:ext>
            </a:extLst>
          </p:cNvPr>
          <p:cNvSpPr>
            <a:spLocks noGrp="1"/>
          </p:cNvSpPr>
          <p:nvPr/>
        </p:nvSpPr>
        <p:spPr>
          <a:xfrm>
            <a:off x="8096250" y="363855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F3EDE2"/>
                </a:solidFill>
                <a:latin typeface="Meiryo"/>
                <a:ea typeface="Meiryo"/>
                <a:cs typeface="Meiryo"/>
              </a:defRPr>
            </a:pPr>
            <a:r>
              <a:rPr lang="en-US" altLang="ko-KR" sz="1650" b="1" dirty="0">
                <a:solidFill>
                  <a:srgbClr val="F3EDE2"/>
                </a:solidFill>
                <a:latin typeface="Meiryo"/>
              </a:rPr>
              <a:t>3</a:t>
            </a:r>
            <a:r>
              <a:rPr lang="ko-KR" altLang="en-US" sz="1650" b="1" dirty="0">
                <a:solidFill>
                  <a:srgbClr val="F3EDE2"/>
                </a:solidFill>
                <a:latin typeface="Meiryo"/>
              </a:rPr>
              <a:t>단계 </a:t>
            </a:r>
            <a:r>
              <a:rPr lang="en-US" altLang="ko-KR" sz="1650" b="1" dirty="0">
                <a:solidFill>
                  <a:srgbClr val="F3EDE2"/>
                </a:solidFill>
                <a:latin typeface="Meiryo"/>
              </a:rPr>
              <a:t>- </a:t>
            </a:r>
            <a:r>
              <a:rPr lang="ko-KR" altLang="en-US" sz="1650" b="1" dirty="0">
                <a:solidFill>
                  <a:srgbClr val="F3EDE2"/>
                </a:solidFill>
                <a:latin typeface="Meiryo"/>
              </a:rPr>
              <a:t>외부 </a:t>
            </a:r>
            <a:r>
              <a:rPr lang="en-US" altLang="ko-KR" sz="1650" b="1" dirty="0">
                <a:solidFill>
                  <a:srgbClr val="F3EDE2"/>
                </a:solidFill>
                <a:latin typeface="Meiryo"/>
              </a:rPr>
              <a:t>API </a:t>
            </a:r>
            <a:r>
              <a:rPr lang="ko-KR" altLang="en-US" sz="1650" b="1" dirty="0">
                <a:solidFill>
                  <a:srgbClr val="F3EDE2"/>
                </a:solidFill>
                <a:latin typeface="Meiryo"/>
              </a:rPr>
              <a:t>연동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06DF918-CB65-40BC-88F9-A277AA206ABE}"/>
              </a:ext>
            </a:extLst>
          </p:cNvPr>
          <p:cNvSpPr>
            <a:spLocks noGrp="1"/>
          </p:cNvSpPr>
          <p:nvPr/>
        </p:nvSpPr>
        <p:spPr>
          <a:xfrm>
            <a:off x="8096250" y="4076700"/>
            <a:ext cx="3000375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AAA59C"/>
                </a:solidFill>
                <a:latin typeface="Meiryo"/>
                <a:ea typeface="Meiryo"/>
                <a:cs typeface="Meiryo"/>
              </a:defRPr>
            </a:pPr>
            <a:r>
              <a:rPr lang="ko-KR" altLang="en-US" sz="1400" b="0" dirty="0">
                <a:solidFill>
                  <a:srgbClr val="AAA59C"/>
                </a:solidFill>
                <a:latin typeface="Meiryo"/>
              </a:rPr>
              <a:t>실제 상영 영화</a:t>
            </a:r>
            <a:r>
              <a:rPr lang="en-US" altLang="ko-KR" sz="1400" dirty="0">
                <a:solidFill>
                  <a:srgbClr val="AAA59C"/>
                </a:solidFill>
                <a:latin typeface="Meiryo"/>
              </a:rPr>
              <a:t>, </a:t>
            </a:r>
            <a:r>
              <a:rPr lang="ko-KR" altLang="en-US" sz="1400" b="0" dirty="0">
                <a:solidFill>
                  <a:srgbClr val="AAA59C"/>
                </a:solidFill>
                <a:latin typeface="Meiryo"/>
              </a:rPr>
              <a:t>상세 수집</a:t>
            </a:r>
          </a:p>
          <a:p>
            <a:pPr algn="l"/>
            <a:r>
              <a:rPr lang="ko-KR" altLang="en-US" sz="1400" b="0" dirty="0">
                <a:solidFill>
                  <a:srgbClr val="AAA59C"/>
                </a:solidFill>
                <a:latin typeface="Meiryo"/>
              </a:rPr>
              <a:t>날짜별 </a:t>
            </a:r>
            <a:r>
              <a:rPr lang="ko-KR" altLang="en-US" sz="1400" b="0" dirty="0" err="1">
                <a:solidFill>
                  <a:srgbClr val="AAA59C"/>
                </a:solidFill>
                <a:latin typeface="Meiryo"/>
              </a:rPr>
              <a:t>회차</a:t>
            </a:r>
            <a:r>
              <a:rPr lang="en-US" altLang="ko-KR" sz="1400" dirty="0">
                <a:solidFill>
                  <a:srgbClr val="AAA59C"/>
                </a:solidFill>
                <a:latin typeface="Meiryo"/>
              </a:rPr>
              <a:t>, </a:t>
            </a:r>
            <a:r>
              <a:rPr lang="ko-KR" altLang="en-US" sz="1400" b="0" dirty="0">
                <a:solidFill>
                  <a:srgbClr val="AAA59C"/>
                </a:solidFill>
                <a:latin typeface="Meiryo"/>
              </a:rPr>
              <a:t>영화관 매핑</a:t>
            </a:r>
          </a:p>
          <a:p>
            <a:pPr algn="l"/>
            <a:r>
              <a:rPr lang="ko-KR" altLang="en-US" sz="1400" b="0" dirty="0">
                <a:solidFill>
                  <a:srgbClr val="AAA59C"/>
                </a:solidFill>
                <a:latin typeface="Meiryo"/>
              </a:rPr>
              <a:t>수집 데이터 동기화</a:t>
            </a:r>
            <a:r>
              <a:rPr lang="en-US" altLang="ko-KR" sz="1400" dirty="0">
                <a:solidFill>
                  <a:srgbClr val="AAA59C"/>
                </a:solidFill>
                <a:latin typeface="Meiryo"/>
              </a:rPr>
              <a:t>, </a:t>
            </a:r>
            <a:r>
              <a:rPr lang="ko-KR" altLang="en-US" sz="1400" b="0" dirty="0">
                <a:solidFill>
                  <a:srgbClr val="AAA59C"/>
                </a:solidFill>
                <a:latin typeface="Meiryo"/>
              </a:rPr>
              <a:t>예외 처리</a:t>
            </a:r>
          </a:p>
        </p:txBody>
      </p:sp>
    </p:spTree>
    <p:extLst>
      <p:ext uri="{BB962C8B-B14F-4D97-AF65-F5344CB8AC3E}">
        <p14:creationId xmlns:p14="http://schemas.microsoft.com/office/powerpoint/2010/main" val="764631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446ABFE2-00D6-446E-900E-0AF154F41568}"/>
              </a:ext>
            </a:extLst>
          </p:cNvPr>
          <p:cNvSpPr>
            <a:spLocks noGrp="1"/>
          </p:cNvSpPr>
          <p:nvPr/>
        </p:nvSpPr>
        <p:spPr>
          <a:xfrm>
            <a:off x="590550" y="2857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FF6B5F"/>
                </a:solidFill>
                <a:latin typeface="Meiryo"/>
                <a:ea typeface="Meiryo"/>
                <a:cs typeface="Meiryo"/>
              </a:defRPr>
            </a:pPr>
            <a:r>
              <a:rPr lang="en-US" altLang="ko-KR" sz="1050" b="1">
                <a:solidFill>
                  <a:srgbClr val="FF6B5F"/>
                </a:solidFill>
                <a:latin typeface="Meiryo"/>
              </a:rPr>
              <a:t>&lt;</a:t>
            </a:r>
            <a:r>
              <a:rPr lang="ko-KR" altLang="en-US" sz="1050" b="1">
                <a:solidFill>
                  <a:srgbClr val="FF6B5F"/>
                </a:solidFill>
                <a:latin typeface="Meiryo"/>
              </a:rPr>
              <a:t>개발 배경</a:t>
            </a:r>
            <a:r>
              <a:rPr lang="en-US" altLang="ko-KR" sz="1050" b="1">
                <a:solidFill>
                  <a:srgbClr val="FF6B5F"/>
                </a:solidFill>
                <a:latin typeface="Meiryo"/>
              </a:rPr>
              <a:t>&gt;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F94D99D-2494-4BB2-A981-FC343A230353}"/>
              </a:ext>
            </a:extLst>
          </p:cNvPr>
          <p:cNvSpPr>
            <a:spLocks noGrp="1"/>
          </p:cNvSpPr>
          <p:nvPr/>
        </p:nvSpPr>
        <p:spPr>
          <a:xfrm>
            <a:off x="590550" y="533400"/>
            <a:ext cx="10810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F3EDE2"/>
                </a:solidFill>
                <a:latin typeface="Meiryo"/>
                <a:ea typeface="Meiryo"/>
                <a:cs typeface="Meiryo"/>
              </a:defRPr>
            </a:pPr>
            <a:r>
              <a:rPr lang="ko-KR" altLang="en-US" sz="2700" b="1">
                <a:solidFill>
                  <a:srgbClr val="F3EDE2"/>
                </a:solidFill>
                <a:latin typeface="Meiryo"/>
              </a:rPr>
              <a:t>동일 좌석에 요청이 몰릴 때 발생할 수 있는 문제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270F4EF0-9DA1-4D54-949B-AD6D373AD26C}"/>
              </a:ext>
            </a:extLst>
          </p:cNvPr>
          <p:cNvSpPr>
            <a:spLocks noGrp="1"/>
          </p:cNvSpPr>
          <p:nvPr/>
        </p:nvSpPr>
        <p:spPr>
          <a:xfrm>
            <a:off x="590550" y="1162050"/>
            <a:ext cx="11010900" cy="0"/>
          </a:xfrm>
          <a:prstGeom prst="line">
            <a:avLst/>
          </a:prstGeom>
          <a:noFill/>
          <a:ln w="9525">
            <a:solidFill>
              <a:srgbClr val="454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742B9C1-3A2F-4A2F-A07D-B24E76B90AE4}"/>
              </a:ext>
            </a:extLst>
          </p:cNvPr>
          <p:cNvSpPr>
            <a:spLocks noGrp="1"/>
          </p:cNvSpPr>
          <p:nvPr/>
        </p:nvSpPr>
        <p:spPr>
          <a:xfrm>
            <a:off x="590550" y="1152525"/>
            <a:ext cx="781050" cy="28575"/>
          </a:xfrm>
          <a:prstGeom prst="rect">
            <a:avLst/>
          </a:prstGeom>
          <a:solidFill>
            <a:srgbClr val="FF6B5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8F80AE9-7E9F-4D9E-B2F2-31D8C2C54A91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342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1">
                <a:solidFill>
                  <a:srgbClr val="AAA59C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AAA59C"/>
                </a:solidFill>
                <a:latin typeface="Meiryo"/>
                <a:ea typeface="Meiryo"/>
                <a:cs typeface="Meiryo"/>
              </a:rPr>
              <a:t>SMART TICKETING  ·  2-WEEK MVP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4D28AB1-4D7E-42A0-9011-2C07DBD0C4B7}"/>
              </a:ext>
            </a:extLst>
          </p:cNvPr>
          <p:cNvSpPr>
            <a:spLocks noGrp="1"/>
          </p:cNvSpPr>
          <p:nvPr/>
        </p:nvSpPr>
        <p:spPr>
          <a:xfrm>
            <a:off x="11163300" y="649605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>
                <a:solidFill>
                  <a:srgbClr val="AAA59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AA59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551247-E16F-469C-BDC1-3CB570F96051}"/>
              </a:ext>
            </a:extLst>
          </p:cNvPr>
          <p:cNvSpPr>
            <a:spLocks noGrp="1"/>
          </p:cNvSpPr>
          <p:nvPr/>
        </p:nvSpPr>
        <p:spPr>
          <a:xfrm>
            <a:off x="590550" y="14668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AAA59C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AAA59C"/>
                </a:solidFill>
                <a:latin typeface="Meiryo"/>
                <a:ea typeface="Meiryo"/>
                <a:cs typeface="Meiryo"/>
              </a:rPr>
              <a:t>동일 좌석 A-10에 동시 접근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AAA35C18-6E82-4000-826D-EA5DA3E89525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514350" cy="514350"/>
          </a:xfrm>
          <a:prstGeom prst="ellipse">
            <a:avLst/>
          </a:prstGeom>
          <a:solidFill>
            <a:srgbClr val="22272B"/>
          </a:solidFill>
          <a:ln w="9525">
            <a:solidFill>
              <a:srgbClr val="454A4D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3EDE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EDE2"/>
                </a:solidFill>
                <a:latin typeface="Arial"/>
                <a:ea typeface="Arial"/>
                <a:cs typeface="Arial"/>
              </a:rPr>
              <a:t>U1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49608C0-DA08-428A-947C-046382D5B172}"/>
              </a:ext>
            </a:extLst>
          </p:cNvPr>
          <p:cNvSpPr>
            <a:spLocks noGrp="1"/>
          </p:cNvSpPr>
          <p:nvPr/>
        </p:nvSpPr>
        <p:spPr>
          <a:xfrm>
            <a:off x="857250" y="3086100"/>
            <a:ext cx="514350" cy="514350"/>
          </a:xfrm>
          <a:prstGeom prst="ellipse">
            <a:avLst/>
          </a:prstGeom>
          <a:solidFill>
            <a:srgbClr val="22272B"/>
          </a:solidFill>
          <a:ln w="9525">
            <a:solidFill>
              <a:srgbClr val="454A4D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3EDE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EDE2"/>
                </a:solidFill>
                <a:latin typeface="Arial"/>
                <a:ea typeface="Arial"/>
                <a:cs typeface="Arial"/>
              </a:rPr>
              <a:t>U2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2377DF5-D3B0-4739-9904-914A71978687}"/>
              </a:ext>
            </a:extLst>
          </p:cNvPr>
          <p:cNvSpPr>
            <a:spLocks noGrp="1"/>
          </p:cNvSpPr>
          <p:nvPr/>
        </p:nvSpPr>
        <p:spPr>
          <a:xfrm>
            <a:off x="857250" y="4076700"/>
            <a:ext cx="514350" cy="514350"/>
          </a:xfrm>
          <a:prstGeom prst="ellipse">
            <a:avLst/>
          </a:prstGeom>
          <a:solidFill>
            <a:srgbClr val="22272B"/>
          </a:solidFill>
          <a:ln w="9525">
            <a:solidFill>
              <a:srgbClr val="454A4D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3EDE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EDE2"/>
                </a:solidFill>
                <a:latin typeface="Arial"/>
                <a:ea typeface="Arial"/>
                <a:cs typeface="Arial"/>
              </a:rPr>
              <a:t>U3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485D8BF-AD79-469B-82B3-1B02D743F68D}"/>
              </a:ext>
            </a:extLst>
          </p:cNvPr>
          <p:cNvSpPr>
            <a:spLocks noGrp="1"/>
          </p:cNvSpPr>
          <p:nvPr/>
        </p:nvSpPr>
        <p:spPr>
          <a:xfrm>
            <a:off x="4000500" y="2724150"/>
            <a:ext cx="1695450" cy="876300"/>
          </a:xfrm>
          <a:prstGeom prst="rect">
            <a:avLst/>
          </a:prstGeom>
          <a:solidFill>
            <a:srgbClr val="22272B"/>
          </a:solidFill>
          <a:ln w="12383">
            <a:solidFill>
              <a:srgbClr val="FF6B5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defRPr sz="1350" b="1">
                <a:solidFill>
                  <a:srgbClr val="F3EDE2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F3EDE2"/>
                </a:solidFill>
                <a:latin typeface="Meiryo"/>
                <a:ea typeface="Meiryo"/>
                <a:cs typeface="Meiryo"/>
              </a:rPr>
              <a:t>A-10</a:t>
            </a:r>
          </a:p>
          <a:p>
            <a:pPr algn="ctr">
              <a:defRPr sz="1350" b="1">
                <a:solidFill>
                  <a:srgbClr val="F3EDE2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F3EDE2"/>
                </a:solidFill>
                <a:latin typeface="Meiryo"/>
                <a:ea typeface="Meiryo"/>
                <a:cs typeface="Meiryo"/>
              </a:rPr>
              <a:t>AVAILABLE</a:t>
            </a:r>
          </a:p>
        </p:txBody>
      </p:sp>
      <p:cxnSp>
        <p:nvCxnSpPr>
          <p:cNvPr id="12" name="직선 화살표 연결선 11"/>
          <p:cNvCxnSpPr>
            <a:stCxn id="8" idx="6"/>
            <a:endCxn id="11" idx="1"/>
          </p:cNvCxnSpPr>
          <p:nvPr/>
        </p:nvCxnSpPr>
        <p:spPr>
          <a:xfrm>
            <a:off x="1371600" y="2352675"/>
            <a:ext cx="2628900" cy="809625"/>
          </a:xfrm>
          <a:prstGeom prst="straightConnector1">
            <a:avLst/>
          </a:prstGeom>
          <a:ln w="190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3" name="직선 화살표 연결선 12"/>
          <p:cNvCxnSpPr>
            <a:stCxn id="9" idx="6"/>
            <a:endCxn id="11" idx="1"/>
          </p:cNvCxnSpPr>
          <p:nvPr/>
        </p:nvCxnSpPr>
        <p:spPr>
          <a:xfrm flipV="1">
            <a:off x="1371600" y="3162300"/>
            <a:ext cx="2628900" cy="180975"/>
          </a:xfrm>
          <a:prstGeom prst="straightConnector1">
            <a:avLst/>
          </a:prstGeom>
          <a:ln w="190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4" name="직선 화살표 연결선 13"/>
          <p:cNvCxnSpPr>
            <a:stCxn id="10" idx="6"/>
            <a:endCxn id="11" idx="1"/>
          </p:cNvCxnSpPr>
          <p:nvPr/>
        </p:nvCxnSpPr>
        <p:spPr>
          <a:xfrm flipV="1">
            <a:off x="1371600" y="3162300"/>
            <a:ext cx="2628900" cy="1171575"/>
          </a:xfrm>
          <a:prstGeom prst="straightConnector1">
            <a:avLst/>
          </a:prstGeom>
          <a:ln w="190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21BC123-9B39-4548-ADDA-E52C27C8654F}"/>
              </a:ext>
            </a:extLst>
          </p:cNvPr>
          <p:cNvSpPr>
            <a:spLocks noGrp="1"/>
          </p:cNvSpPr>
          <p:nvPr/>
        </p:nvSpPr>
        <p:spPr>
          <a:xfrm>
            <a:off x="2286000" y="485775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FF6B5F"/>
                </a:solidFill>
                <a:latin typeface="Meiryo"/>
                <a:ea typeface="Meiryo"/>
                <a:cs typeface="Meiryo"/>
              </a:defRPr>
            </a:pPr>
            <a:r>
              <a:rPr lang="ko-KR" altLang="en-US" sz="1350" b="1">
                <a:solidFill>
                  <a:srgbClr val="FF6B5F"/>
                </a:solidFill>
                <a:latin typeface="Meiryo"/>
              </a:rPr>
              <a:t>동시에 처리되는 </a:t>
            </a:r>
            <a:r>
              <a:rPr lang="en-US" altLang="ko-KR" sz="1350" b="1">
                <a:solidFill>
                  <a:srgbClr val="FF6B5F"/>
                </a:solidFill>
                <a:latin typeface="Meiryo"/>
              </a:rPr>
              <a:t>3</a:t>
            </a:r>
            <a:r>
              <a:rPr lang="ko-KR" altLang="en-US" sz="1350" b="1">
                <a:solidFill>
                  <a:srgbClr val="FF6B5F"/>
                </a:solidFill>
                <a:latin typeface="Meiryo"/>
              </a:rPr>
              <a:t>개의 좌석 요청</a:t>
            </a:r>
          </a:p>
        </p:txBody>
      </p:sp>
      <p:sp>
        <p:nvSpPr>
          <p:cNvPr id="16" name="직선 연결선 15">
            <a:extLst>
              <a:ext uri="{FF2B5EF4-FFF2-40B4-BE49-F238E27FC236}">
                <a16:creationId xmlns:a16="http://schemas.microsoft.com/office/drawing/2014/main" id="{76807C58-0984-44D4-807E-CBDEE8A1E58E}"/>
              </a:ext>
            </a:extLst>
          </p:cNvPr>
          <p:cNvSpPr>
            <a:spLocks noGrp="1"/>
          </p:cNvSpPr>
          <p:nvPr/>
        </p:nvSpPr>
        <p:spPr>
          <a:xfrm>
            <a:off x="6191250" y="1543050"/>
            <a:ext cx="0" cy="4000500"/>
          </a:xfrm>
          <a:prstGeom prst="line">
            <a:avLst/>
          </a:prstGeom>
          <a:noFill/>
          <a:ln w="9525">
            <a:solidFill>
              <a:srgbClr val="454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9B9767F-80ED-4E2F-B01A-49C4E6F5DA8D}"/>
              </a:ext>
            </a:extLst>
          </p:cNvPr>
          <p:cNvSpPr>
            <a:spLocks noGrp="1"/>
          </p:cNvSpPr>
          <p:nvPr/>
        </p:nvSpPr>
        <p:spPr>
          <a:xfrm>
            <a:off x="6705600" y="1466850"/>
            <a:ext cx="428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AAA59C"/>
                </a:solidFill>
                <a:latin typeface="Meiryo"/>
                <a:ea typeface="Meiryo"/>
                <a:cs typeface="Meiryo"/>
              </a:defRPr>
            </a:pPr>
            <a:r>
              <a:rPr lang="ko-KR" altLang="en-US" sz="1050" b="1">
                <a:solidFill>
                  <a:srgbClr val="AAA59C"/>
                </a:solidFill>
                <a:latin typeface="Meiryo"/>
              </a:rPr>
              <a:t>단순 조회</a:t>
            </a:r>
            <a:r>
              <a:rPr lang="en-US" altLang="ko-KR" sz="1050" b="1">
                <a:solidFill>
                  <a:srgbClr val="AAA59C"/>
                </a:solidFill>
                <a:latin typeface="Meiryo"/>
              </a:rPr>
              <a:t>·</a:t>
            </a:r>
            <a:r>
              <a:rPr lang="ko-KR" altLang="en-US" sz="1050" b="1">
                <a:solidFill>
                  <a:srgbClr val="AAA59C"/>
                </a:solidFill>
                <a:latin typeface="Meiryo"/>
              </a:rPr>
              <a:t>저장 방식에서 확인할 문제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1B3EBDD-D4D1-42BE-9B82-F95D8C430C76}"/>
              </a:ext>
            </a:extLst>
          </p:cNvPr>
          <p:cNvSpPr>
            <a:spLocks noGrp="1"/>
          </p:cNvSpPr>
          <p:nvPr/>
        </p:nvSpPr>
        <p:spPr>
          <a:xfrm>
            <a:off x="6705600" y="2076450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FF6B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6B5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9EF4BE6-B226-46EA-BC68-6B295E6E4FF5}"/>
              </a:ext>
            </a:extLst>
          </p:cNvPr>
          <p:cNvSpPr>
            <a:spLocks noGrp="1"/>
          </p:cNvSpPr>
          <p:nvPr/>
        </p:nvSpPr>
        <p:spPr>
          <a:xfrm>
            <a:off x="7429500" y="20574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F3EDE2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F3EDE2"/>
                </a:solidFill>
                <a:latin typeface="Meiryo"/>
                <a:ea typeface="Meiryo"/>
                <a:cs typeface="Meiryo"/>
              </a:rPr>
              <a:t>중복 예매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EE4098C-1EBC-4A06-A63A-8F8CD059F9A2}"/>
              </a:ext>
            </a:extLst>
          </p:cNvPr>
          <p:cNvSpPr>
            <a:spLocks noGrp="1"/>
          </p:cNvSpPr>
          <p:nvPr/>
        </p:nvSpPr>
        <p:spPr>
          <a:xfrm>
            <a:off x="7429500" y="2400300"/>
            <a:ext cx="361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AAA59C"/>
                </a:solidFill>
                <a:latin typeface="Meiryo"/>
                <a:ea typeface="Meiryo"/>
                <a:cs typeface="Meiryo"/>
              </a:defRPr>
            </a:pPr>
            <a:r>
              <a:rPr lang="ko-KR" altLang="en-US" sz="1200" b="0">
                <a:solidFill>
                  <a:srgbClr val="AAA59C"/>
                </a:solidFill>
                <a:latin typeface="Meiryo"/>
              </a:rPr>
              <a:t>좌석 상태 변경 시점을 별도로 제어해야 함</a:t>
            </a: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6D94FE11-485F-470C-92F7-4CF11FC357E1}"/>
              </a:ext>
            </a:extLst>
          </p:cNvPr>
          <p:cNvSpPr>
            <a:spLocks noGrp="1"/>
          </p:cNvSpPr>
          <p:nvPr/>
        </p:nvSpPr>
        <p:spPr>
          <a:xfrm>
            <a:off x="6705600" y="2895600"/>
            <a:ext cx="4343400" cy="0"/>
          </a:xfrm>
          <a:prstGeom prst="line">
            <a:avLst/>
          </a:prstGeom>
          <a:noFill/>
          <a:ln w="9525">
            <a:solidFill>
              <a:srgbClr val="454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8510AA9-FEB7-4935-87DA-67B80B6C8D29}"/>
              </a:ext>
            </a:extLst>
          </p:cNvPr>
          <p:cNvSpPr>
            <a:spLocks noGrp="1"/>
          </p:cNvSpPr>
          <p:nvPr/>
        </p:nvSpPr>
        <p:spPr>
          <a:xfrm>
            <a:off x="6705600" y="3143250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FF6B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6B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B39B3FC-4837-4428-9D3D-5356B3937F07}"/>
              </a:ext>
            </a:extLst>
          </p:cNvPr>
          <p:cNvSpPr>
            <a:spLocks noGrp="1"/>
          </p:cNvSpPr>
          <p:nvPr/>
        </p:nvSpPr>
        <p:spPr>
          <a:xfrm>
            <a:off x="7429500" y="31242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F3EDE2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F3EDE2"/>
                </a:solidFill>
                <a:latin typeface="Meiryo"/>
                <a:ea typeface="Meiryo"/>
                <a:cs typeface="Meiryo"/>
              </a:rPr>
              <a:t>결제 중 좌석 소실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1592224-7325-4B96-AD44-5669E892DC21}"/>
              </a:ext>
            </a:extLst>
          </p:cNvPr>
          <p:cNvSpPr>
            <a:spLocks noGrp="1"/>
          </p:cNvSpPr>
          <p:nvPr/>
        </p:nvSpPr>
        <p:spPr>
          <a:xfrm>
            <a:off x="7429500" y="3467100"/>
            <a:ext cx="361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AAA59C"/>
                </a:solidFill>
                <a:latin typeface="Meiryo"/>
                <a:ea typeface="Meiryo"/>
                <a:cs typeface="Meiryo"/>
              </a:defRPr>
            </a:pPr>
            <a:r>
              <a:rPr lang="ko-KR" altLang="en-US" sz="1200" b="0">
                <a:solidFill>
                  <a:srgbClr val="AAA59C"/>
                </a:solidFill>
                <a:latin typeface="Meiryo"/>
              </a:rPr>
              <a:t>선점과 예매 확정 사이의 상태 관리가 필요함</a:t>
            </a:r>
          </a:p>
        </p:txBody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93F83BBA-2137-4C54-905F-12EFD5698BD0}"/>
              </a:ext>
            </a:extLst>
          </p:cNvPr>
          <p:cNvSpPr>
            <a:spLocks noGrp="1"/>
          </p:cNvSpPr>
          <p:nvPr/>
        </p:nvSpPr>
        <p:spPr>
          <a:xfrm>
            <a:off x="6705600" y="3962400"/>
            <a:ext cx="4343400" cy="0"/>
          </a:xfrm>
          <a:prstGeom prst="line">
            <a:avLst/>
          </a:prstGeom>
          <a:noFill/>
          <a:ln w="9525">
            <a:solidFill>
              <a:srgbClr val="454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7589772-F57F-457C-974D-03C980FAC173}"/>
              </a:ext>
            </a:extLst>
          </p:cNvPr>
          <p:cNvSpPr>
            <a:spLocks noGrp="1"/>
          </p:cNvSpPr>
          <p:nvPr/>
        </p:nvSpPr>
        <p:spPr>
          <a:xfrm>
            <a:off x="6705600" y="4210050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FF6B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6B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A570C01-5D92-4FA0-B2E8-7A5EE16525FC}"/>
              </a:ext>
            </a:extLst>
          </p:cNvPr>
          <p:cNvSpPr>
            <a:spLocks noGrp="1"/>
          </p:cNvSpPr>
          <p:nvPr/>
        </p:nvSpPr>
        <p:spPr>
          <a:xfrm>
            <a:off x="7429500" y="41910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F3EDE2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F3EDE2"/>
                </a:solidFill>
                <a:latin typeface="Meiryo"/>
                <a:ea typeface="Meiryo"/>
                <a:cs typeface="Meiryo"/>
              </a:rPr>
              <a:t>반복 조회 폭증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99E23D7-4DB4-4DCE-BE17-0C9C2D0B1BC6}"/>
              </a:ext>
            </a:extLst>
          </p:cNvPr>
          <p:cNvSpPr>
            <a:spLocks noGrp="1"/>
          </p:cNvSpPr>
          <p:nvPr/>
        </p:nvSpPr>
        <p:spPr>
          <a:xfrm>
            <a:off x="7429500" y="4533900"/>
            <a:ext cx="361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AAA59C"/>
                </a:solidFill>
                <a:latin typeface="Meiryo"/>
                <a:ea typeface="Meiryo"/>
                <a:cs typeface="Meiryo"/>
              </a:defRPr>
            </a:pPr>
            <a:r>
              <a:rPr lang="ko-KR" altLang="en-US" sz="1200" b="0">
                <a:solidFill>
                  <a:srgbClr val="AAA59C"/>
                </a:solidFill>
                <a:latin typeface="Meiryo"/>
              </a:rPr>
              <a:t>매진 이후 반복 조회 요청을 줄일 방법이 필요함</a:t>
            </a:r>
          </a:p>
        </p:txBody>
      </p:sp>
    </p:spTree>
    <p:extLst>
      <p:ext uri="{BB962C8B-B14F-4D97-AF65-F5344CB8AC3E}">
        <p14:creationId xmlns:p14="http://schemas.microsoft.com/office/powerpoint/2010/main" val="781496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2E0019A6-A13E-414D-BF4C-D42C8FCB520A}"/>
              </a:ext>
            </a:extLst>
          </p:cNvPr>
          <p:cNvSpPr>
            <a:spLocks noGrp="1"/>
          </p:cNvSpPr>
          <p:nvPr/>
        </p:nvSpPr>
        <p:spPr>
          <a:xfrm>
            <a:off x="590550" y="2857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FF6B5F"/>
                </a:solidFill>
                <a:latin typeface="Meiryo"/>
                <a:ea typeface="Meiryo"/>
                <a:cs typeface="Meiryo"/>
              </a:defRPr>
            </a:pPr>
            <a:r>
              <a:rPr lang="en-US" altLang="ko-KR" sz="1050" b="1">
                <a:solidFill>
                  <a:srgbClr val="FF6B5F"/>
                </a:solidFill>
                <a:latin typeface="Meiryo"/>
              </a:rPr>
              <a:t>&lt;</a:t>
            </a:r>
            <a:r>
              <a:rPr lang="ko-KR" altLang="en-US" sz="1050" b="1">
                <a:solidFill>
                  <a:srgbClr val="FF6B5F"/>
                </a:solidFill>
                <a:latin typeface="Meiryo"/>
              </a:rPr>
              <a:t>사용자 흐름</a:t>
            </a:r>
            <a:r>
              <a:rPr lang="en-US" altLang="ko-KR" sz="1050" b="1">
                <a:solidFill>
                  <a:srgbClr val="FF6B5F"/>
                </a:solidFill>
                <a:latin typeface="Meiryo"/>
              </a:rPr>
              <a:t>&gt;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21E1A5B-5187-4DD4-9C87-ECF00713F74C}"/>
              </a:ext>
            </a:extLst>
          </p:cNvPr>
          <p:cNvSpPr>
            <a:spLocks noGrp="1"/>
          </p:cNvSpPr>
          <p:nvPr/>
        </p:nvSpPr>
        <p:spPr>
          <a:xfrm>
            <a:off x="590550" y="533400"/>
            <a:ext cx="10810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F3EDE2"/>
                </a:solidFill>
                <a:latin typeface="Meiryo"/>
                <a:ea typeface="Meiryo"/>
                <a:cs typeface="Meiryo"/>
              </a:defRPr>
            </a:pPr>
            <a:r>
              <a:rPr lang="ko-KR" altLang="en-US" sz="2700" b="1">
                <a:solidFill>
                  <a:srgbClr val="F3EDE2"/>
                </a:solidFill>
                <a:latin typeface="Meiryo"/>
              </a:rPr>
              <a:t>좌석 선택 후 가용 여부에 따라 예매와 대기로 분기</a:t>
            </a:r>
            <a:endParaRPr lang="ko-KR" altLang="en-US" sz="2700" b="1" dirty="0">
              <a:solidFill>
                <a:srgbClr val="F3EDE2"/>
              </a:solidFill>
              <a:latin typeface="Meiryo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1D696973-8281-4672-B9F7-E00D360E2D4C}"/>
              </a:ext>
            </a:extLst>
          </p:cNvPr>
          <p:cNvSpPr>
            <a:spLocks noGrp="1"/>
          </p:cNvSpPr>
          <p:nvPr/>
        </p:nvSpPr>
        <p:spPr>
          <a:xfrm>
            <a:off x="590550" y="1162050"/>
            <a:ext cx="11010900" cy="0"/>
          </a:xfrm>
          <a:prstGeom prst="line">
            <a:avLst/>
          </a:prstGeom>
          <a:noFill/>
          <a:ln w="9525">
            <a:solidFill>
              <a:srgbClr val="454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5083203-E4E3-4C27-864F-9BCAAF1A36E3}"/>
              </a:ext>
            </a:extLst>
          </p:cNvPr>
          <p:cNvSpPr>
            <a:spLocks noGrp="1"/>
          </p:cNvSpPr>
          <p:nvPr/>
        </p:nvSpPr>
        <p:spPr>
          <a:xfrm>
            <a:off x="590550" y="1152525"/>
            <a:ext cx="781050" cy="28575"/>
          </a:xfrm>
          <a:prstGeom prst="rect">
            <a:avLst/>
          </a:prstGeom>
          <a:solidFill>
            <a:srgbClr val="FF6B5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C51D5D1-E9D3-4411-9508-F100CF16E352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342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1">
                <a:solidFill>
                  <a:srgbClr val="AAA59C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AAA59C"/>
                </a:solidFill>
                <a:latin typeface="Meiryo"/>
                <a:ea typeface="Meiryo"/>
                <a:cs typeface="Meiryo"/>
              </a:rPr>
              <a:t>SMART TICKETING  ·  2-WEEK MVP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B001731-BB70-4F38-B67B-CF38E9F5D960}"/>
              </a:ext>
            </a:extLst>
          </p:cNvPr>
          <p:cNvSpPr>
            <a:spLocks noGrp="1"/>
          </p:cNvSpPr>
          <p:nvPr/>
        </p:nvSpPr>
        <p:spPr>
          <a:xfrm>
            <a:off x="11163300" y="649605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>
                <a:solidFill>
                  <a:srgbClr val="AAA59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AA59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88719" y="2148840"/>
            <a:ext cx="960121" cy="0"/>
          </a:xfrm>
          <a:prstGeom prst="line">
            <a:avLst/>
          </a:prstGeom>
          <a:ln w="14604">
            <a:solidFill>
              <a:srgbClr val="454A4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788920" y="2148840"/>
            <a:ext cx="960120" cy="0"/>
          </a:xfrm>
          <a:prstGeom prst="line">
            <a:avLst/>
          </a:prstGeom>
          <a:ln w="14604">
            <a:solidFill>
              <a:srgbClr val="454A4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389120" y="2148840"/>
            <a:ext cx="713232" cy="0"/>
          </a:xfrm>
          <a:prstGeom prst="line">
            <a:avLst/>
          </a:prstGeom>
          <a:ln w="14604">
            <a:solidFill>
              <a:srgbClr val="454A4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144768" y="1856231"/>
            <a:ext cx="621792" cy="137161"/>
          </a:xfrm>
          <a:prstGeom prst="line">
            <a:avLst/>
          </a:prstGeom>
          <a:ln w="16510">
            <a:solidFill>
              <a:srgbClr val="79D8C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406640" y="1856231"/>
            <a:ext cx="1143000" cy="0"/>
          </a:xfrm>
          <a:prstGeom prst="line">
            <a:avLst/>
          </a:prstGeom>
          <a:ln w="16510">
            <a:solidFill>
              <a:srgbClr val="79D8C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189719" y="1856231"/>
            <a:ext cx="1143001" cy="0"/>
          </a:xfrm>
          <a:prstGeom prst="line">
            <a:avLst/>
          </a:prstGeom>
          <a:ln w="16510">
            <a:solidFill>
              <a:srgbClr val="79D8C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779008" y="2670048"/>
            <a:ext cx="466344" cy="1490472"/>
          </a:xfrm>
          <a:prstGeom prst="line">
            <a:avLst/>
          </a:prstGeom>
          <a:ln w="16510">
            <a:solidFill>
              <a:srgbClr val="FF6B5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858000" y="4160520"/>
            <a:ext cx="914400" cy="0"/>
          </a:xfrm>
          <a:prstGeom prst="line">
            <a:avLst/>
          </a:prstGeom>
          <a:ln w="15240">
            <a:solidFill>
              <a:srgbClr val="FF6B5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412480" y="4160520"/>
            <a:ext cx="1005840" cy="0"/>
          </a:xfrm>
          <a:prstGeom prst="line">
            <a:avLst/>
          </a:prstGeom>
          <a:ln w="15240">
            <a:solidFill>
              <a:srgbClr val="FF6B5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058400" y="4160520"/>
            <a:ext cx="731520" cy="0"/>
          </a:xfrm>
          <a:prstGeom prst="line">
            <a:avLst/>
          </a:prstGeom>
          <a:ln w="15240">
            <a:solidFill>
              <a:srgbClr val="79D8C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>
            <a:spLocks/>
          </p:cNvSpPr>
          <p:nvPr/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rgbClr val="22272B"/>
          </a:solidFill>
          <a:ln w="17145">
            <a:solidFill>
              <a:srgbClr val="454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altLang="ko-KR" sz="1200" b="1">
                <a:solidFill>
                  <a:srgbClr val="F3EDE2"/>
                </a:solidFill>
                <a:latin typeface="Arial"/>
              </a:rP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2765892"/>
            <a:ext cx="109728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250" b="1">
                <a:solidFill>
                  <a:srgbClr val="F3EDE2"/>
                </a:solidFill>
                <a:latin typeface="Meiryo"/>
              </a:rPr>
              <a:t>로그인</a:t>
            </a:r>
          </a:p>
        </p:txBody>
      </p:sp>
      <p:sp>
        <p:nvSpPr>
          <p:cNvPr id="44" name="Oval 43"/>
          <p:cNvSpPr/>
          <p:nvPr/>
        </p:nvSpPr>
        <p:spPr>
          <a:xfrm>
            <a:off x="2148840" y="1828800"/>
            <a:ext cx="640080" cy="640080"/>
          </a:xfrm>
          <a:prstGeom prst="ellipse">
            <a:avLst/>
          </a:prstGeom>
          <a:solidFill>
            <a:srgbClr val="22272B"/>
          </a:solidFill>
          <a:ln w="17145">
            <a:solidFill>
              <a:srgbClr val="454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altLang="ko-KR" sz="1200" b="1">
                <a:solidFill>
                  <a:srgbClr val="F3EDE2"/>
                </a:solidFill>
                <a:latin typeface="Arial"/>
              </a:rPr>
              <a:t>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28216" y="2704838"/>
            <a:ext cx="1481328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200" b="1">
                <a:solidFill>
                  <a:srgbClr val="F3EDE2"/>
                </a:solidFill>
                <a:latin typeface="Meiryo"/>
              </a:rPr>
              <a:t>영화</a:t>
            </a:r>
            <a:r>
              <a:rPr lang="en-US" altLang="ko-KR" sz="1200" b="1">
                <a:solidFill>
                  <a:srgbClr val="F3EDE2"/>
                </a:solidFill>
                <a:latin typeface="Meiryo"/>
              </a:rPr>
              <a:t>·</a:t>
            </a:r>
            <a:r>
              <a:rPr lang="ko-KR" altLang="en-US" sz="1200" b="1">
                <a:solidFill>
                  <a:srgbClr val="F3EDE2"/>
                </a:solidFill>
                <a:latin typeface="Meiryo"/>
              </a:rPr>
              <a:t>상영시간
조회</a:t>
            </a:r>
          </a:p>
        </p:txBody>
      </p:sp>
      <p:sp>
        <p:nvSpPr>
          <p:cNvPr id="46" name="Oval 45"/>
          <p:cNvSpPr/>
          <p:nvPr/>
        </p:nvSpPr>
        <p:spPr>
          <a:xfrm>
            <a:off x="3749040" y="1828800"/>
            <a:ext cx="640080" cy="640080"/>
          </a:xfrm>
          <a:prstGeom prst="ellipse">
            <a:avLst/>
          </a:prstGeom>
          <a:solidFill>
            <a:srgbClr val="22272B"/>
          </a:solidFill>
          <a:ln w="17145">
            <a:solidFill>
              <a:srgbClr val="454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altLang="ko-KR" sz="1200" b="1">
                <a:solidFill>
                  <a:srgbClr val="F3EDE2"/>
                </a:solidFill>
                <a:latin typeface="Arial"/>
              </a:rPr>
              <a:t>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60420" y="2769739"/>
            <a:ext cx="14173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200" b="1">
                <a:solidFill>
                  <a:srgbClr val="F3EDE2"/>
                </a:solidFill>
                <a:latin typeface="Meiryo"/>
              </a:rPr>
              <a:t>좌석 추천</a:t>
            </a:r>
            <a:r>
              <a:rPr lang="en-US" altLang="ko-KR" sz="1200" b="1">
                <a:solidFill>
                  <a:srgbClr val="F3EDE2"/>
                </a:solidFill>
                <a:latin typeface="Meiryo"/>
              </a:rPr>
              <a:t>·</a:t>
            </a:r>
            <a:r>
              <a:rPr lang="ko-KR" altLang="en-US" sz="1200" b="1">
                <a:solidFill>
                  <a:srgbClr val="F3EDE2"/>
                </a:solidFill>
                <a:latin typeface="Meiryo"/>
              </a:rPr>
              <a:t>선택</a:t>
            </a:r>
          </a:p>
        </p:txBody>
      </p:sp>
      <p:sp>
        <p:nvSpPr>
          <p:cNvPr id="48" name="Diamond 47"/>
          <p:cNvSpPr/>
          <p:nvPr/>
        </p:nvSpPr>
        <p:spPr>
          <a:xfrm>
            <a:off x="5102352" y="1618488"/>
            <a:ext cx="1042415" cy="1060704"/>
          </a:xfrm>
          <a:prstGeom prst="diamond">
            <a:avLst/>
          </a:prstGeom>
          <a:solidFill>
            <a:srgbClr val="22272B"/>
          </a:solidFill>
          <a:ln w="16510">
            <a:solidFill>
              <a:srgbClr val="454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/>
          <p:cNvSpPr txBox="1"/>
          <p:nvPr/>
        </p:nvSpPr>
        <p:spPr>
          <a:xfrm>
            <a:off x="5230368" y="1945886"/>
            <a:ext cx="786384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200" b="1">
                <a:solidFill>
                  <a:srgbClr val="F3EDE2"/>
                </a:solidFill>
                <a:latin typeface="Meiryo"/>
              </a:rPr>
              <a:t>가용
좌석</a:t>
            </a:r>
            <a:r>
              <a:rPr lang="en-US" altLang="ko-KR" sz="1200" b="1">
                <a:solidFill>
                  <a:srgbClr val="F3EDE2"/>
                </a:solidFill>
                <a:latin typeface="Meiryo"/>
              </a:rPr>
              <a:t>?</a:t>
            </a:r>
          </a:p>
        </p:txBody>
      </p:sp>
      <p:sp>
        <p:nvSpPr>
          <p:cNvPr id="50" name="TextBox 49"/>
          <p:cNvSpPr txBox="1">
            <a:spLocks/>
          </p:cNvSpPr>
          <p:nvPr/>
        </p:nvSpPr>
        <p:spPr>
          <a:xfrm>
            <a:off x="6565392" y="1316736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050" b="1">
                <a:solidFill>
                  <a:srgbClr val="79D8C7"/>
                </a:solidFill>
                <a:latin typeface="Meiryo"/>
              </a:rPr>
              <a:t>가용 좌석 있음</a:t>
            </a:r>
          </a:p>
        </p:txBody>
      </p:sp>
      <p:sp>
        <p:nvSpPr>
          <p:cNvPr id="51" name="Oval 50"/>
          <p:cNvSpPr>
            <a:spLocks/>
          </p:cNvSpPr>
          <p:nvPr/>
        </p:nvSpPr>
        <p:spPr>
          <a:xfrm>
            <a:off x="6766560" y="1536191"/>
            <a:ext cx="640080" cy="640080"/>
          </a:xfrm>
          <a:prstGeom prst="ellipse">
            <a:avLst/>
          </a:prstGeom>
          <a:solidFill>
            <a:srgbClr val="22272B"/>
          </a:solidFill>
          <a:ln w="17145">
            <a:solidFill>
              <a:srgbClr val="79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altLang="ko-KR" sz="1200" b="1">
                <a:solidFill>
                  <a:srgbClr val="F3EDE2"/>
                </a:solidFill>
                <a:latin typeface="Arial"/>
              </a:rPr>
              <a:t>01</a:t>
            </a:r>
          </a:p>
        </p:txBody>
      </p:sp>
      <p:sp>
        <p:nvSpPr>
          <p:cNvPr id="52" name="TextBox 51"/>
          <p:cNvSpPr txBox="1">
            <a:spLocks/>
          </p:cNvSpPr>
          <p:nvPr/>
        </p:nvSpPr>
        <p:spPr>
          <a:xfrm>
            <a:off x="6492240" y="2276856"/>
            <a:ext cx="1188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200" b="1">
                <a:solidFill>
                  <a:srgbClr val="F3EDE2"/>
                </a:solidFill>
                <a:latin typeface="Meiryo"/>
              </a:rPr>
              <a:t>5</a:t>
            </a:r>
            <a:r>
              <a:rPr lang="ko-KR" altLang="en-US" sz="1200" b="1">
                <a:solidFill>
                  <a:srgbClr val="F3EDE2"/>
                </a:solidFill>
                <a:latin typeface="Meiryo"/>
              </a:rPr>
              <a:t>분 선점</a:t>
            </a:r>
          </a:p>
        </p:txBody>
      </p:sp>
      <p:sp>
        <p:nvSpPr>
          <p:cNvPr id="53" name="Oval 52"/>
          <p:cNvSpPr>
            <a:spLocks/>
          </p:cNvSpPr>
          <p:nvPr/>
        </p:nvSpPr>
        <p:spPr>
          <a:xfrm>
            <a:off x="8549640" y="1536191"/>
            <a:ext cx="640080" cy="640080"/>
          </a:xfrm>
          <a:prstGeom prst="ellipse">
            <a:avLst/>
          </a:prstGeom>
          <a:solidFill>
            <a:srgbClr val="22272B"/>
          </a:solidFill>
          <a:ln w="17145">
            <a:solidFill>
              <a:srgbClr val="79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altLang="ko-KR" sz="1200" b="1">
                <a:solidFill>
                  <a:srgbClr val="F3EDE2"/>
                </a:solidFill>
                <a:latin typeface="Arial"/>
              </a:rPr>
              <a:t>02</a:t>
            </a:r>
          </a:p>
        </p:txBody>
      </p:sp>
      <p:sp>
        <p:nvSpPr>
          <p:cNvPr id="54" name="TextBox 53"/>
          <p:cNvSpPr txBox="1">
            <a:spLocks/>
          </p:cNvSpPr>
          <p:nvPr/>
        </p:nvSpPr>
        <p:spPr>
          <a:xfrm>
            <a:off x="8275319" y="2276856"/>
            <a:ext cx="1188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200" b="1">
                <a:solidFill>
                  <a:srgbClr val="F3EDE2"/>
                </a:solidFill>
                <a:latin typeface="Meiryo"/>
              </a:rPr>
              <a:t>모의 결제</a:t>
            </a:r>
          </a:p>
        </p:txBody>
      </p:sp>
      <p:sp>
        <p:nvSpPr>
          <p:cNvPr id="55" name="Oval 54"/>
          <p:cNvSpPr>
            <a:spLocks/>
          </p:cNvSpPr>
          <p:nvPr/>
        </p:nvSpPr>
        <p:spPr>
          <a:xfrm>
            <a:off x="10332720" y="1536191"/>
            <a:ext cx="640080" cy="640080"/>
          </a:xfrm>
          <a:prstGeom prst="ellipse">
            <a:avLst/>
          </a:prstGeom>
          <a:solidFill>
            <a:srgbClr val="79D8C7"/>
          </a:solidFill>
          <a:ln w="17145">
            <a:solidFill>
              <a:srgbClr val="79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altLang="ko-KR" sz="1200" b="1">
                <a:solidFill>
                  <a:srgbClr val="22272B"/>
                </a:solidFill>
                <a:latin typeface="Arial"/>
              </a:rPr>
              <a:t>03</a:t>
            </a:r>
          </a:p>
        </p:txBody>
      </p:sp>
      <p:sp>
        <p:nvSpPr>
          <p:cNvPr id="56" name="TextBox 55"/>
          <p:cNvSpPr txBox="1">
            <a:spLocks/>
          </p:cNvSpPr>
          <p:nvPr/>
        </p:nvSpPr>
        <p:spPr>
          <a:xfrm>
            <a:off x="10058400" y="2276856"/>
            <a:ext cx="1188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200" b="1">
                <a:solidFill>
                  <a:srgbClr val="F3EDE2"/>
                </a:solidFill>
                <a:latin typeface="Meiryo"/>
              </a:rPr>
              <a:t>예매 확정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26480" y="3343636"/>
            <a:ext cx="173736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050" b="1">
                <a:solidFill>
                  <a:srgbClr val="FF6B5F"/>
                </a:solidFill>
                <a:latin typeface="Meiryo"/>
              </a:rPr>
              <a:t>가용 좌석 없음</a:t>
            </a:r>
          </a:p>
        </p:txBody>
      </p:sp>
      <p:sp>
        <p:nvSpPr>
          <p:cNvPr id="58" name="Oval 57"/>
          <p:cNvSpPr/>
          <p:nvPr/>
        </p:nvSpPr>
        <p:spPr>
          <a:xfrm>
            <a:off x="6217920" y="3840480"/>
            <a:ext cx="640080" cy="640080"/>
          </a:xfrm>
          <a:prstGeom prst="ellipse">
            <a:avLst/>
          </a:prstGeom>
          <a:solidFill>
            <a:srgbClr val="22272B"/>
          </a:solidFill>
          <a:ln w="17145">
            <a:solidFill>
              <a:srgbClr val="FF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altLang="ko-KR" sz="1200" b="1">
                <a:solidFill>
                  <a:srgbClr val="F3EDE2"/>
                </a:solidFill>
                <a:latin typeface="Arial"/>
              </a:rPr>
              <a:t>01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20740" y="4724212"/>
            <a:ext cx="1234440" cy="353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150" b="1">
                <a:solidFill>
                  <a:srgbClr val="F3EDE2"/>
                </a:solidFill>
                <a:latin typeface="Meiryo"/>
              </a:rPr>
              <a:t>대기번호
부여</a:t>
            </a:r>
          </a:p>
        </p:txBody>
      </p:sp>
      <p:sp>
        <p:nvSpPr>
          <p:cNvPr id="60" name="Oval 59"/>
          <p:cNvSpPr>
            <a:spLocks/>
          </p:cNvSpPr>
          <p:nvPr/>
        </p:nvSpPr>
        <p:spPr>
          <a:xfrm>
            <a:off x="7772400" y="3840480"/>
            <a:ext cx="640080" cy="640080"/>
          </a:xfrm>
          <a:prstGeom prst="ellipse">
            <a:avLst/>
          </a:prstGeom>
          <a:solidFill>
            <a:srgbClr val="22272B"/>
          </a:solidFill>
          <a:ln w="17145">
            <a:solidFill>
              <a:srgbClr val="FF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altLang="ko-KR" sz="1200" b="1">
                <a:solidFill>
                  <a:srgbClr val="F3EDE2"/>
                </a:solidFill>
                <a:latin typeface="Arial"/>
              </a:rPr>
              <a:t>02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43216" y="4590288"/>
            <a:ext cx="1298448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F3EDE2"/>
                </a:solidFill>
                <a:latin typeface="Meiryo"/>
              </a:rPr>
              <a:t>순번·기회
조회</a:t>
            </a:r>
          </a:p>
        </p:txBody>
      </p:sp>
      <p:sp>
        <p:nvSpPr>
          <p:cNvPr id="62" name="Oval 61"/>
          <p:cNvSpPr/>
          <p:nvPr/>
        </p:nvSpPr>
        <p:spPr>
          <a:xfrm>
            <a:off x="9418320" y="3840480"/>
            <a:ext cx="640080" cy="640080"/>
          </a:xfrm>
          <a:prstGeom prst="ellipse">
            <a:avLst/>
          </a:prstGeom>
          <a:solidFill>
            <a:srgbClr val="22272B"/>
          </a:solidFill>
          <a:ln w="17145">
            <a:solidFill>
              <a:srgbClr val="FF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3EDE2"/>
                </a:solidFill>
                <a:latin typeface="Arial"/>
              </a:rPr>
              <a:t>03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24544" y="4590288"/>
            <a:ext cx="162763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3EDE2"/>
                </a:solidFill>
                <a:latin typeface="Meiryo"/>
              </a:rPr>
              <a:t>취소표 발생 시
5분 이내 모의 결제</a:t>
            </a:r>
          </a:p>
        </p:txBody>
      </p:sp>
      <p:sp>
        <p:nvSpPr>
          <p:cNvPr id="64" name="Oval 63"/>
          <p:cNvSpPr/>
          <p:nvPr/>
        </p:nvSpPr>
        <p:spPr>
          <a:xfrm>
            <a:off x="10789920" y="3840480"/>
            <a:ext cx="640080" cy="640080"/>
          </a:xfrm>
          <a:prstGeom prst="ellipse">
            <a:avLst/>
          </a:prstGeom>
          <a:solidFill>
            <a:srgbClr val="79D8C7"/>
          </a:solidFill>
          <a:ln w="17145">
            <a:solidFill>
              <a:srgbClr val="79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22272B"/>
                </a:solidFill>
                <a:latin typeface="Arial"/>
              </a:rPr>
              <a:t>04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4590288"/>
            <a:ext cx="11887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F3EDE2"/>
                </a:solidFill>
                <a:latin typeface="Meiryo"/>
              </a:rPr>
              <a:t>예매 확정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4360" y="5797296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AAA59C"/>
                </a:solidFill>
                <a:latin typeface="Meiryo"/>
              </a:rPr>
              <a:t>좌석 선택까지는 동일하며, 이후 가용 여부에 따라 즉시 예매 또는 대기열로 이어진다.</a:t>
            </a:r>
          </a:p>
        </p:txBody>
      </p:sp>
    </p:spTree>
    <p:extLst>
      <p:ext uri="{BB962C8B-B14F-4D97-AF65-F5344CB8AC3E}">
        <p14:creationId xmlns:p14="http://schemas.microsoft.com/office/powerpoint/2010/main" val="463578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2ECBBBB5-0346-438B-96E3-6490A1272E46}"/>
              </a:ext>
            </a:extLst>
          </p:cNvPr>
          <p:cNvSpPr>
            <a:spLocks noGrp="1"/>
          </p:cNvSpPr>
          <p:nvPr/>
        </p:nvSpPr>
        <p:spPr>
          <a:xfrm>
            <a:off x="590550" y="2857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FF6B5F"/>
                </a:solidFill>
                <a:latin typeface="Meiryo"/>
                <a:ea typeface="Meiryo"/>
                <a:cs typeface="Meiryo"/>
              </a:defRPr>
            </a:pPr>
            <a:r>
              <a:rPr lang="en-US" altLang="ko-KR" sz="1050" b="1">
                <a:solidFill>
                  <a:srgbClr val="FF6B5F"/>
                </a:solidFill>
                <a:latin typeface="Meiryo"/>
              </a:rPr>
              <a:t>&lt;</a:t>
            </a:r>
            <a:r>
              <a:rPr lang="ko-KR" altLang="en-US" sz="1050" b="1">
                <a:solidFill>
                  <a:srgbClr val="FF6B5F"/>
                </a:solidFill>
                <a:latin typeface="Meiryo"/>
              </a:rPr>
              <a:t>테스트 계획</a:t>
            </a:r>
            <a:r>
              <a:rPr lang="en-US" altLang="ko-KR" sz="1050" b="1">
                <a:solidFill>
                  <a:srgbClr val="FF6B5F"/>
                </a:solidFill>
                <a:latin typeface="Meiryo"/>
              </a:rPr>
              <a:t>&gt;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CF82724-BA80-4352-AEAD-8B3943FED0F8}"/>
              </a:ext>
            </a:extLst>
          </p:cNvPr>
          <p:cNvSpPr>
            <a:spLocks noGrp="1"/>
          </p:cNvSpPr>
          <p:nvPr/>
        </p:nvSpPr>
        <p:spPr>
          <a:xfrm>
            <a:off x="590550" y="533400"/>
            <a:ext cx="10810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F3EDE2"/>
                </a:solidFill>
                <a:latin typeface="Meiryo"/>
                <a:ea typeface="Meiryo"/>
                <a:cs typeface="Meiryo"/>
              </a:defRPr>
            </a:pPr>
            <a:r>
              <a:rPr lang="ko-KR" altLang="en-US" sz="2700" b="1" dirty="0">
                <a:solidFill>
                  <a:srgbClr val="F3EDE2"/>
                </a:solidFill>
                <a:latin typeface="Meiryo"/>
              </a:rPr>
              <a:t>동시 요청</a:t>
            </a:r>
            <a:r>
              <a:rPr lang="en-US" altLang="ko-KR" sz="2700" b="1" dirty="0">
                <a:solidFill>
                  <a:srgbClr val="F3EDE2"/>
                </a:solidFill>
                <a:latin typeface="Meiryo"/>
              </a:rPr>
              <a:t>·</a:t>
            </a:r>
            <a:r>
              <a:rPr lang="ko-KR" altLang="en-US" sz="2700" b="1" dirty="0">
                <a:solidFill>
                  <a:srgbClr val="F3EDE2"/>
                </a:solidFill>
                <a:latin typeface="Meiryo"/>
              </a:rPr>
              <a:t>대기 순서</a:t>
            </a:r>
            <a:r>
              <a:rPr lang="en-US" altLang="ko-KR" sz="2700" b="1" dirty="0">
                <a:solidFill>
                  <a:srgbClr val="F3EDE2"/>
                </a:solidFill>
                <a:latin typeface="Meiryo"/>
              </a:rPr>
              <a:t>·</a:t>
            </a:r>
            <a:r>
              <a:rPr lang="ko-KR" altLang="en-US" sz="2700" b="1" dirty="0">
                <a:solidFill>
                  <a:srgbClr val="F3EDE2"/>
                </a:solidFill>
                <a:latin typeface="Meiryo"/>
              </a:rPr>
              <a:t>응답 성능 테스트 계획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07F3832C-BDD4-45AE-BF3D-EF937409FA6E}"/>
              </a:ext>
            </a:extLst>
          </p:cNvPr>
          <p:cNvSpPr>
            <a:spLocks noGrp="1"/>
          </p:cNvSpPr>
          <p:nvPr/>
        </p:nvSpPr>
        <p:spPr>
          <a:xfrm>
            <a:off x="590550" y="1162050"/>
            <a:ext cx="11010900" cy="0"/>
          </a:xfrm>
          <a:prstGeom prst="line">
            <a:avLst/>
          </a:prstGeom>
          <a:noFill/>
          <a:ln w="9525">
            <a:solidFill>
              <a:srgbClr val="454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E98FD82-4C42-4A9E-964E-BD7F30CA39BF}"/>
              </a:ext>
            </a:extLst>
          </p:cNvPr>
          <p:cNvSpPr>
            <a:spLocks noGrp="1"/>
          </p:cNvSpPr>
          <p:nvPr/>
        </p:nvSpPr>
        <p:spPr>
          <a:xfrm>
            <a:off x="590550" y="1152525"/>
            <a:ext cx="781050" cy="28575"/>
          </a:xfrm>
          <a:prstGeom prst="rect">
            <a:avLst/>
          </a:prstGeom>
          <a:solidFill>
            <a:srgbClr val="FF6B5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E663405-FAB5-41AF-B2D9-E409D0793F80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342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1">
                <a:solidFill>
                  <a:srgbClr val="AAA59C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AAA59C"/>
                </a:solidFill>
                <a:latin typeface="Meiryo"/>
                <a:ea typeface="Meiryo"/>
                <a:cs typeface="Meiryo"/>
              </a:rPr>
              <a:t>SMART TICKETING  ·  2-WEEK MVP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AB58B1B-D5C3-42E3-B12C-863CDE9BBB30}"/>
              </a:ext>
            </a:extLst>
          </p:cNvPr>
          <p:cNvSpPr>
            <a:spLocks noGrp="1"/>
          </p:cNvSpPr>
          <p:nvPr/>
        </p:nvSpPr>
        <p:spPr>
          <a:xfrm>
            <a:off x="11163300" y="649605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>
                <a:solidFill>
                  <a:srgbClr val="AAA59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AA59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A12B814-EE55-4F47-97B5-3FA0867BAA41}"/>
              </a:ext>
            </a:extLst>
          </p:cNvPr>
          <p:cNvSpPr>
            <a:spLocks noGrp="1"/>
          </p:cNvSpPr>
          <p:nvPr/>
        </p:nvSpPr>
        <p:spPr>
          <a:xfrm>
            <a:off x="590550" y="1619250"/>
            <a:ext cx="2000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726"/>
          </a:bodyPr>
          <a:lstStyle/>
          <a:p>
            <a:pPr algn="l">
              <a:defRPr sz="8400" b="1">
                <a:solidFill>
                  <a:srgbClr val="FF6B5F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FF6B5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F48FF1B-0C00-4E2E-8961-7986DB8D84A8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F3EDE2"/>
                </a:solidFill>
                <a:latin typeface="Meiryo"/>
                <a:ea typeface="Meiryo"/>
                <a:cs typeface="Meiryo"/>
              </a:defRPr>
            </a:pPr>
            <a:r>
              <a:rPr lang="ko-KR" altLang="en-US" sz="1650" b="1">
                <a:solidFill>
                  <a:srgbClr val="F3EDE2"/>
                </a:solidFill>
                <a:latin typeface="Meiryo"/>
              </a:rPr>
              <a:t>중복 확정 목표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04088FA-CDA8-4790-8085-6634E4576879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AAA59C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AAA59C"/>
                </a:solidFill>
                <a:latin typeface="Meiryo"/>
                <a:ea typeface="Meiryo"/>
                <a:cs typeface="Meiryo"/>
              </a:rPr>
              <a:t>동일 좌석 병렬 요청에서도 단 한 건만 성공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4662827-96B9-4124-8F4D-9395A24569AC}"/>
              </a:ext>
            </a:extLst>
          </p:cNvPr>
          <p:cNvSpPr>
            <a:spLocks noGrp="1"/>
          </p:cNvSpPr>
          <p:nvPr/>
        </p:nvSpPr>
        <p:spPr>
          <a:xfrm>
            <a:off x="4095750" y="1619250"/>
            <a:ext cx="2000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726"/>
          </a:bodyPr>
          <a:lstStyle/>
          <a:p>
            <a:pPr algn="l">
              <a:defRPr sz="8400" b="1">
                <a:solidFill>
                  <a:srgbClr val="79D8C7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79D8C7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160369F-A9D9-4DA5-9A86-F0867F2473EF}"/>
              </a:ext>
            </a:extLst>
          </p:cNvPr>
          <p:cNvSpPr>
            <a:spLocks noGrp="1"/>
          </p:cNvSpPr>
          <p:nvPr/>
        </p:nvSpPr>
        <p:spPr>
          <a:xfrm>
            <a:off x="4114800" y="28575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F3EDE2"/>
                </a:solidFill>
                <a:latin typeface="Meiryo"/>
                <a:ea typeface="Meiryo"/>
                <a:cs typeface="Meiryo"/>
              </a:defRPr>
            </a:pPr>
            <a:r>
              <a:rPr lang="ko-KR" altLang="en-US" sz="1650" b="1">
                <a:solidFill>
                  <a:srgbClr val="F3EDE2"/>
                </a:solidFill>
                <a:latin typeface="Meiryo"/>
              </a:rPr>
              <a:t>순서 위반 목표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837D60B-2CCC-4E4B-94B9-B4A3F9D31FE6}"/>
              </a:ext>
            </a:extLst>
          </p:cNvPr>
          <p:cNvSpPr>
            <a:spLocks noGrp="1"/>
          </p:cNvSpPr>
          <p:nvPr/>
        </p:nvSpPr>
        <p:spPr>
          <a:xfrm>
            <a:off x="4114800" y="3238500"/>
            <a:ext cx="333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AAA59C"/>
                </a:solidFill>
                <a:latin typeface="Meiryo"/>
                <a:ea typeface="Meiryo"/>
                <a:cs typeface="Meiryo"/>
              </a:defRPr>
            </a:pPr>
            <a:r>
              <a:rPr sz="1200" b="0" dirty="0" err="1">
                <a:solidFill>
                  <a:srgbClr val="AAA59C"/>
                </a:solidFill>
                <a:latin typeface="Meiryo"/>
                <a:ea typeface="Meiryo"/>
                <a:cs typeface="Meiryo"/>
              </a:rPr>
              <a:t>등록</a:t>
            </a:r>
            <a:r>
              <a:rPr sz="1200" b="0" dirty="0">
                <a:solidFill>
                  <a:srgbClr val="AAA59C"/>
                </a:solidFill>
                <a:latin typeface="Meiryo"/>
                <a:ea typeface="Meiryo"/>
                <a:cs typeface="Meiryo"/>
              </a:rPr>
              <a:t> </a:t>
            </a:r>
            <a:r>
              <a:rPr sz="1200" b="0" dirty="0" err="1">
                <a:solidFill>
                  <a:srgbClr val="AAA59C"/>
                </a:solidFill>
                <a:latin typeface="Meiryo"/>
                <a:ea typeface="Meiryo"/>
                <a:cs typeface="Meiryo"/>
              </a:rPr>
              <a:t>순서</a:t>
            </a:r>
            <a:r>
              <a:rPr lang="en-US" sz="1200" b="0" dirty="0">
                <a:solidFill>
                  <a:srgbClr val="AAA59C"/>
                </a:solidFill>
                <a:latin typeface="Meiryo"/>
                <a:ea typeface="Meiryo"/>
                <a:cs typeface="Meiryo"/>
              </a:rPr>
              <a:t>, </a:t>
            </a:r>
            <a:r>
              <a:rPr sz="1200" b="0" dirty="0" err="1">
                <a:solidFill>
                  <a:srgbClr val="AAA59C"/>
                </a:solidFill>
                <a:latin typeface="Meiryo"/>
                <a:ea typeface="Meiryo"/>
                <a:cs typeface="Meiryo"/>
              </a:rPr>
              <a:t>기회</a:t>
            </a:r>
            <a:r>
              <a:rPr sz="1200" b="0" dirty="0">
                <a:solidFill>
                  <a:srgbClr val="AAA59C"/>
                </a:solidFill>
                <a:latin typeface="Meiryo"/>
                <a:ea typeface="Meiryo"/>
                <a:cs typeface="Meiryo"/>
              </a:rPr>
              <a:t> </a:t>
            </a:r>
            <a:r>
              <a:rPr sz="1200" b="0" dirty="0" err="1">
                <a:solidFill>
                  <a:srgbClr val="AAA59C"/>
                </a:solidFill>
                <a:latin typeface="Meiryo"/>
                <a:ea typeface="Meiryo"/>
                <a:cs typeface="Meiryo"/>
              </a:rPr>
              <a:t>만료</a:t>
            </a:r>
            <a:r>
              <a:rPr lang="en-US" sz="1200" b="0" dirty="0">
                <a:solidFill>
                  <a:srgbClr val="AAA59C"/>
                </a:solidFill>
                <a:latin typeface="Meiryo"/>
                <a:ea typeface="Meiryo"/>
                <a:cs typeface="Meiryo"/>
              </a:rPr>
              <a:t>. </a:t>
            </a:r>
            <a:r>
              <a:rPr sz="1200" b="0" dirty="0" err="1">
                <a:solidFill>
                  <a:srgbClr val="AAA59C"/>
                </a:solidFill>
                <a:latin typeface="Meiryo"/>
                <a:ea typeface="Meiryo"/>
                <a:cs typeface="Meiryo"/>
              </a:rPr>
              <a:t>자동</a:t>
            </a:r>
            <a:r>
              <a:rPr sz="1200" b="0" dirty="0">
                <a:solidFill>
                  <a:srgbClr val="AAA59C"/>
                </a:solidFill>
                <a:latin typeface="Meiryo"/>
                <a:ea typeface="Meiryo"/>
                <a:cs typeface="Meiryo"/>
              </a:rPr>
              <a:t> </a:t>
            </a:r>
            <a:r>
              <a:rPr sz="1200" b="0" dirty="0" err="1">
                <a:solidFill>
                  <a:srgbClr val="AAA59C"/>
                </a:solidFill>
                <a:latin typeface="Meiryo"/>
                <a:ea typeface="Meiryo"/>
                <a:cs typeface="Meiryo"/>
              </a:rPr>
              <a:t>승계를</a:t>
            </a:r>
            <a:r>
              <a:rPr sz="1200" b="0" dirty="0">
                <a:solidFill>
                  <a:srgbClr val="AAA59C"/>
                </a:solidFill>
                <a:latin typeface="Meiryo"/>
                <a:ea typeface="Meiryo"/>
                <a:cs typeface="Meiryo"/>
              </a:rPr>
              <a:t> </a:t>
            </a:r>
            <a:r>
              <a:rPr sz="1200" b="0" dirty="0" err="1">
                <a:solidFill>
                  <a:srgbClr val="AAA59C"/>
                </a:solidFill>
                <a:latin typeface="Meiryo"/>
                <a:ea typeface="Meiryo"/>
                <a:cs typeface="Meiryo"/>
              </a:rPr>
              <a:t>감사</a:t>
            </a:r>
            <a:r>
              <a:rPr sz="1200" b="0" dirty="0">
                <a:solidFill>
                  <a:srgbClr val="AAA59C"/>
                </a:solidFill>
                <a:latin typeface="Meiryo"/>
                <a:ea typeface="Meiryo"/>
                <a:cs typeface="Meiryo"/>
              </a:rPr>
              <a:t> </a:t>
            </a:r>
            <a:r>
              <a:rPr sz="1200" b="0" dirty="0" err="1">
                <a:solidFill>
                  <a:srgbClr val="AAA59C"/>
                </a:solidFill>
                <a:latin typeface="Meiryo"/>
                <a:ea typeface="Meiryo"/>
                <a:cs typeface="Meiryo"/>
              </a:rPr>
              <a:t>로그로</a:t>
            </a:r>
            <a:r>
              <a:rPr sz="1200" b="0" dirty="0">
                <a:solidFill>
                  <a:srgbClr val="AAA59C"/>
                </a:solidFill>
                <a:latin typeface="Meiryo"/>
                <a:ea typeface="Meiryo"/>
                <a:cs typeface="Meiryo"/>
              </a:rPr>
              <a:t> </a:t>
            </a:r>
            <a:r>
              <a:rPr sz="1200" b="0" dirty="0" err="1">
                <a:solidFill>
                  <a:srgbClr val="AAA59C"/>
                </a:solidFill>
                <a:latin typeface="Meiryo"/>
                <a:ea typeface="Meiryo"/>
                <a:cs typeface="Meiryo"/>
              </a:rPr>
              <a:t>확인</a:t>
            </a:r>
            <a:endParaRPr sz="1200" b="0" dirty="0">
              <a:solidFill>
                <a:srgbClr val="AAA59C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CA1B72-1160-4B7C-8721-5770290D17FE}"/>
              </a:ext>
            </a:extLst>
          </p:cNvPr>
          <p:cNvSpPr>
            <a:spLocks noGrp="1"/>
          </p:cNvSpPr>
          <p:nvPr/>
        </p:nvSpPr>
        <p:spPr>
          <a:xfrm>
            <a:off x="7810500" y="1752600"/>
            <a:ext cx="3333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6300" b="1">
                <a:solidFill>
                  <a:srgbClr val="F0CA68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F0CA68"/>
                </a:solidFill>
                <a:latin typeface="Arial"/>
                <a:ea typeface="Arial"/>
                <a:cs typeface="Arial"/>
              </a:rPr>
              <a:t>1,000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F0E79B3-AC0E-4548-B98A-DA816558838A}"/>
              </a:ext>
            </a:extLst>
          </p:cNvPr>
          <p:cNvSpPr>
            <a:spLocks noGrp="1"/>
          </p:cNvSpPr>
          <p:nvPr/>
        </p:nvSpPr>
        <p:spPr>
          <a:xfrm>
            <a:off x="7829550" y="28575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F3EDE2"/>
                </a:solidFill>
                <a:latin typeface="Meiryo"/>
                <a:ea typeface="Meiryo"/>
                <a:cs typeface="Meiryo"/>
              </a:defRPr>
            </a:pPr>
            <a:r>
              <a:rPr lang="en-US" altLang="ko-KR" sz="1650" b="1">
                <a:solidFill>
                  <a:srgbClr val="F3EDE2"/>
                </a:solidFill>
                <a:latin typeface="Meiryo"/>
              </a:rPr>
              <a:t>100</a:t>
            </a:r>
            <a:r>
              <a:rPr lang="ko-KR" altLang="en-US" sz="1650" b="1">
                <a:solidFill>
                  <a:srgbClr val="F3EDE2"/>
                </a:solidFill>
                <a:latin typeface="Meiryo"/>
              </a:rPr>
              <a:t>석 대상 동시 요청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F566DD1-48FF-4DCB-894B-6F42FBB2AEBE}"/>
              </a:ext>
            </a:extLst>
          </p:cNvPr>
          <p:cNvSpPr>
            <a:spLocks noGrp="1"/>
          </p:cNvSpPr>
          <p:nvPr/>
        </p:nvSpPr>
        <p:spPr>
          <a:xfrm>
            <a:off x="7829550" y="3238500"/>
            <a:ext cx="342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AAA59C"/>
                </a:solidFill>
                <a:latin typeface="Meiryo"/>
                <a:ea typeface="Meiryo"/>
                <a:cs typeface="Meiryo"/>
              </a:defRPr>
            </a:pPr>
            <a:r>
              <a:rPr lang="ko-KR" altLang="en-US" sz="1200" b="0" dirty="0">
                <a:solidFill>
                  <a:srgbClr val="AAA59C"/>
                </a:solidFill>
                <a:latin typeface="Meiryo"/>
              </a:rPr>
              <a:t>응답 시간</a:t>
            </a:r>
            <a:r>
              <a:rPr lang="en-US" altLang="ko-KR" sz="1200" dirty="0">
                <a:solidFill>
                  <a:srgbClr val="AAA59C"/>
                </a:solidFill>
                <a:latin typeface="Meiryo"/>
              </a:rPr>
              <a:t>, </a:t>
            </a:r>
            <a:r>
              <a:rPr lang="ko-KR" altLang="en-US" sz="1200" b="0" dirty="0" err="1">
                <a:solidFill>
                  <a:srgbClr val="AAA59C"/>
                </a:solidFill>
                <a:latin typeface="Meiryo"/>
              </a:rPr>
              <a:t>오류율</a:t>
            </a:r>
            <a:r>
              <a:rPr lang="en-US" altLang="ko-KR" sz="1200" dirty="0">
                <a:solidFill>
                  <a:srgbClr val="AAA59C"/>
                </a:solidFill>
                <a:latin typeface="Meiryo"/>
              </a:rPr>
              <a:t>, </a:t>
            </a:r>
            <a:r>
              <a:rPr lang="ko-KR" altLang="en-US" sz="1200" b="0" dirty="0">
                <a:solidFill>
                  <a:srgbClr val="AAA59C"/>
                </a:solidFill>
                <a:latin typeface="Meiryo"/>
              </a:rPr>
              <a:t>처리량</a:t>
            </a:r>
            <a:r>
              <a:rPr lang="en-US" altLang="ko-KR" sz="1200" dirty="0">
                <a:solidFill>
                  <a:srgbClr val="AAA59C"/>
                </a:solidFill>
                <a:latin typeface="Meiryo"/>
              </a:rPr>
              <a:t>, </a:t>
            </a:r>
            <a:r>
              <a:rPr lang="en-US" altLang="ko-KR" sz="1200" b="0" dirty="0">
                <a:solidFill>
                  <a:srgbClr val="AAA59C"/>
                </a:solidFill>
                <a:latin typeface="Meiryo"/>
              </a:rPr>
              <a:t>Redis/DB </a:t>
            </a:r>
            <a:r>
              <a:rPr lang="ko-KR" altLang="en-US" sz="1200" b="0" dirty="0">
                <a:solidFill>
                  <a:srgbClr val="AAA59C"/>
                </a:solidFill>
                <a:latin typeface="Meiryo"/>
              </a:rPr>
              <a:t>자원 사용량을 함께 측정</a:t>
            </a:r>
          </a:p>
        </p:txBody>
      </p:sp>
      <p:sp>
        <p:nvSpPr>
          <p:cNvPr id="16" name="직선 연결선 15">
            <a:extLst>
              <a:ext uri="{FF2B5EF4-FFF2-40B4-BE49-F238E27FC236}">
                <a16:creationId xmlns:a16="http://schemas.microsoft.com/office/drawing/2014/main" id="{96D76F05-E882-45F1-A7AE-499B42815531}"/>
              </a:ext>
            </a:extLst>
          </p:cNvPr>
          <p:cNvSpPr>
            <a:spLocks noGrp="1"/>
          </p:cNvSpPr>
          <p:nvPr/>
        </p:nvSpPr>
        <p:spPr>
          <a:xfrm>
            <a:off x="590550" y="4114800"/>
            <a:ext cx="11010900" cy="0"/>
          </a:xfrm>
          <a:prstGeom prst="line">
            <a:avLst/>
          </a:prstGeom>
          <a:noFill/>
          <a:ln w="9525">
            <a:solidFill>
              <a:srgbClr val="454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3B543DF-2ED0-4ECF-A425-06B4E03D76DF}"/>
              </a:ext>
            </a:extLst>
          </p:cNvPr>
          <p:cNvSpPr>
            <a:spLocks noGrp="1"/>
          </p:cNvSpPr>
          <p:nvPr/>
        </p:nvSpPr>
        <p:spPr>
          <a:xfrm>
            <a:off x="590550" y="451485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AAA59C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AAA59C"/>
                </a:solidFill>
                <a:latin typeface="Meiryo"/>
                <a:ea typeface="Meiryo"/>
                <a:cs typeface="Meiryo"/>
              </a:rPr>
              <a:t>STEP 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537C8D3-CD34-4FC9-8A64-3A5065E6E3AB}"/>
              </a:ext>
            </a:extLst>
          </p:cNvPr>
          <p:cNvSpPr>
            <a:spLocks noGrp="1"/>
          </p:cNvSpPr>
          <p:nvPr/>
        </p:nvSpPr>
        <p:spPr>
          <a:xfrm>
            <a:off x="590550" y="4876800"/>
            <a:ext cx="2362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F3EDE2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F3EDE2"/>
                </a:solidFill>
                <a:latin typeface="Meiryo"/>
                <a:ea typeface="Meiryo"/>
                <a:cs typeface="Meiryo"/>
              </a:rPr>
              <a:t>동일 좌석 100개 동시 요청</a:t>
            </a:r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84D5F0BB-7A4E-4CD6-8F7D-05760106C8CC}"/>
              </a:ext>
            </a:extLst>
          </p:cNvPr>
          <p:cNvSpPr>
            <a:spLocks noGrp="1"/>
          </p:cNvSpPr>
          <p:nvPr/>
        </p:nvSpPr>
        <p:spPr>
          <a:xfrm>
            <a:off x="3048000" y="4476750"/>
            <a:ext cx="0" cy="952500"/>
          </a:xfrm>
          <a:prstGeom prst="line">
            <a:avLst/>
          </a:prstGeom>
          <a:noFill/>
          <a:ln w="9525">
            <a:solidFill>
              <a:srgbClr val="454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BB8C5F7-0D7F-49A2-956A-7538BD0378FC}"/>
              </a:ext>
            </a:extLst>
          </p:cNvPr>
          <p:cNvSpPr>
            <a:spLocks noGrp="1"/>
          </p:cNvSpPr>
          <p:nvPr/>
        </p:nvSpPr>
        <p:spPr>
          <a:xfrm>
            <a:off x="3333750" y="451485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AAA59C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AAA59C"/>
                </a:solidFill>
                <a:latin typeface="Meiryo"/>
                <a:ea typeface="Meiryo"/>
                <a:cs typeface="Meiryo"/>
              </a:rPr>
              <a:t>STEP 2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28F669A-6397-46AF-A110-1FB07FE06F51}"/>
              </a:ext>
            </a:extLst>
          </p:cNvPr>
          <p:cNvSpPr>
            <a:spLocks noGrp="1"/>
          </p:cNvSpPr>
          <p:nvPr/>
        </p:nvSpPr>
        <p:spPr>
          <a:xfrm>
            <a:off x="3333750" y="4876800"/>
            <a:ext cx="2362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F3EDE2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F3EDE2"/>
                </a:solidFill>
                <a:latin typeface="Meiryo"/>
                <a:ea typeface="Meiryo"/>
                <a:cs typeface="Meiryo"/>
              </a:rPr>
              <a:t>100석에 1,000개 동시 요청</a:t>
            </a:r>
          </a:p>
        </p:txBody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FD5218A0-A840-4765-A21C-F7D18A322729}"/>
              </a:ext>
            </a:extLst>
          </p:cNvPr>
          <p:cNvSpPr>
            <a:spLocks noGrp="1"/>
          </p:cNvSpPr>
          <p:nvPr/>
        </p:nvSpPr>
        <p:spPr>
          <a:xfrm>
            <a:off x="5791200" y="4476750"/>
            <a:ext cx="0" cy="952500"/>
          </a:xfrm>
          <a:prstGeom prst="line">
            <a:avLst/>
          </a:prstGeom>
          <a:noFill/>
          <a:ln w="9525">
            <a:solidFill>
              <a:srgbClr val="454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D8A9159-C749-4884-8A23-E8CA8D92019E}"/>
              </a:ext>
            </a:extLst>
          </p:cNvPr>
          <p:cNvSpPr>
            <a:spLocks noGrp="1"/>
          </p:cNvSpPr>
          <p:nvPr/>
        </p:nvSpPr>
        <p:spPr>
          <a:xfrm>
            <a:off x="6076950" y="451485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AAA59C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AAA59C"/>
                </a:solidFill>
                <a:latin typeface="Meiryo"/>
                <a:ea typeface="Meiryo"/>
                <a:cs typeface="Meiryo"/>
              </a:rPr>
              <a:t>STEP 3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410E885-16FB-467E-AF63-44CB1711F703}"/>
              </a:ext>
            </a:extLst>
          </p:cNvPr>
          <p:cNvSpPr>
            <a:spLocks noGrp="1"/>
          </p:cNvSpPr>
          <p:nvPr/>
        </p:nvSpPr>
        <p:spPr>
          <a:xfrm>
            <a:off x="6076950" y="4876800"/>
            <a:ext cx="2362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F3EDE2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F3EDE2"/>
                </a:solidFill>
                <a:latin typeface="Meiryo"/>
                <a:ea typeface="Meiryo"/>
                <a:cs typeface="Meiryo"/>
              </a:rPr>
              <a:t>Redis 지연·TTL 누락·DB 충돌</a:t>
            </a:r>
          </a:p>
        </p:txBody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F4B7200D-DFD1-47AC-A662-F8FFFC8B7E59}"/>
              </a:ext>
            </a:extLst>
          </p:cNvPr>
          <p:cNvSpPr>
            <a:spLocks noGrp="1"/>
          </p:cNvSpPr>
          <p:nvPr/>
        </p:nvSpPr>
        <p:spPr>
          <a:xfrm>
            <a:off x="8534400" y="4476750"/>
            <a:ext cx="0" cy="952500"/>
          </a:xfrm>
          <a:prstGeom prst="line">
            <a:avLst/>
          </a:prstGeom>
          <a:noFill/>
          <a:ln w="9525">
            <a:solidFill>
              <a:srgbClr val="454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62EA569-021C-42DD-99FD-0BB31EECB675}"/>
              </a:ext>
            </a:extLst>
          </p:cNvPr>
          <p:cNvSpPr>
            <a:spLocks noGrp="1"/>
          </p:cNvSpPr>
          <p:nvPr/>
        </p:nvSpPr>
        <p:spPr>
          <a:xfrm>
            <a:off x="8820150" y="451485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FF6B5F"/>
                </a:solidFill>
                <a:latin typeface="Meiryo"/>
                <a:ea typeface="Meiryo"/>
                <a:cs typeface="Meiryo"/>
              </a:defRPr>
            </a:pPr>
            <a:r>
              <a:rPr lang="ko-KR" altLang="en-US" sz="975" b="1">
                <a:solidFill>
                  <a:srgbClr val="FF6B5F"/>
                </a:solidFill>
                <a:latin typeface="Meiryo"/>
              </a:rPr>
              <a:t>결과 정리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6700AF8-B6CD-48B0-9D02-1BD527813084}"/>
              </a:ext>
            </a:extLst>
          </p:cNvPr>
          <p:cNvSpPr>
            <a:spLocks noGrp="1"/>
          </p:cNvSpPr>
          <p:nvPr/>
        </p:nvSpPr>
        <p:spPr>
          <a:xfrm>
            <a:off x="8820150" y="4876800"/>
            <a:ext cx="2362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F3EDE2"/>
                </a:solidFill>
                <a:latin typeface="Meiryo"/>
                <a:ea typeface="Meiryo"/>
                <a:cs typeface="Meiryo"/>
              </a:defRPr>
            </a:pPr>
            <a:r>
              <a:rPr lang="ko-KR" altLang="en-US" sz="1200" b="1">
                <a:solidFill>
                  <a:srgbClr val="F3EDE2"/>
                </a:solidFill>
                <a:latin typeface="Meiryo"/>
              </a:rPr>
              <a:t>동일 조건으로 개선 전후 결과를 비교</a:t>
            </a:r>
          </a:p>
        </p:txBody>
      </p:sp>
    </p:spTree>
    <p:extLst>
      <p:ext uri="{BB962C8B-B14F-4D97-AF65-F5344CB8AC3E}">
        <p14:creationId xmlns:p14="http://schemas.microsoft.com/office/powerpoint/2010/main" val="884555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2ECBBBB5-0346-438B-96E3-6490A1272E46}"/>
              </a:ext>
            </a:extLst>
          </p:cNvPr>
          <p:cNvSpPr>
            <a:spLocks noGrp="1"/>
          </p:cNvSpPr>
          <p:nvPr/>
        </p:nvSpPr>
        <p:spPr>
          <a:xfrm>
            <a:off x="590550" y="2857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FF6B5F"/>
                </a:solidFill>
                <a:latin typeface="Meiryo"/>
                <a:ea typeface="Meiryo"/>
                <a:cs typeface="Meiryo"/>
              </a:defRPr>
            </a:pPr>
            <a:r>
              <a:rPr lang="en-US" altLang="ko-KR" sz="1050" b="1">
                <a:solidFill>
                  <a:srgbClr val="FF6B5F"/>
                </a:solidFill>
                <a:latin typeface="Meiryo"/>
              </a:rPr>
              <a:t>&lt;실행 계획&gt;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CF82724-BA80-4352-AEAD-8B3943FED0F8}"/>
              </a:ext>
            </a:extLst>
          </p:cNvPr>
          <p:cNvSpPr>
            <a:spLocks noGrp="1"/>
          </p:cNvSpPr>
          <p:nvPr/>
        </p:nvSpPr>
        <p:spPr>
          <a:xfrm>
            <a:off x="590550" y="533400"/>
            <a:ext cx="10810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F3EDE2"/>
                </a:solidFill>
                <a:latin typeface="Meiryo"/>
                <a:ea typeface="Meiryo"/>
                <a:cs typeface="Meiryo"/>
              </a:defRPr>
            </a:pPr>
            <a:r>
              <a:rPr lang="ko-KR" altLang="en-US" sz="2700" b="1">
                <a:solidFill>
                  <a:srgbClr val="F3EDE2"/>
                </a:solidFill>
                <a:latin typeface="Meiryo"/>
              </a:rPr>
              <a:t>MVP WBS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07F3832C-BDD4-45AE-BF3D-EF937409FA6E}"/>
              </a:ext>
            </a:extLst>
          </p:cNvPr>
          <p:cNvSpPr>
            <a:spLocks noGrp="1"/>
          </p:cNvSpPr>
          <p:nvPr/>
        </p:nvSpPr>
        <p:spPr>
          <a:xfrm>
            <a:off x="590550" y="1162050"/>
            <a:ext cx="11010900" cy="0"/>
          </a:xfrm>
          <a:prstGeom prst="line">
            <a:avLst/>
          </a:prstGeom>
          <a:noFill/>
          <a:ln w="9525">
            <a:solidFill>
              <a:srgbClr val="454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E98FD82-4C42-4A9E-964E-BD7F30CA39BF}"/>
              </a:ext>
            </a:extLst>
          </p:cNvPr>
          <p:cNvSpPr>
            <a:spLocks noGrp="1"/>
          </p:cNvSpPr>
          <p:nvPr/>
        </p:nvSpPr>
        <p:spPr>
          <a:xfrm>
            <a:off x="590550" y="1152525"/>
            <a:ext cx="781050" cy="28575"/>
          </a:xfrm>
          <a:prstGeom prst="rect">
            <a:avLst/>
          </a:prstGeom>
          <a:solidFill>
            <a:srgbClr val="FF6B5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E663405-FAB5-41AF-B2D9-E409D0793F80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342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1">
                <a:solidFill>
                  <a:srgbClr val="AAA59C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AAA59C"/>
                </a:solidFill>
                <a:latin typeface="Meiryo"/>
                <a:ea typeface="Meiryo"/>
                <a:cs typeface="Meiryo"/>
              </a:rPr>
              <a:t>SMART TICKETING  ·  2-WEEK MVP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AB58B1B-D5C3-42E3-B12C-863CDE9BBB30}"/>
              </a:ext>
            </a:extLst>
          </p:cNvPr>
          <p:cNvSpPr>
            <a:spLocks noGrp="1"/>
          </p:cNvSpPr>
          <p:nvPr/>
        </p:nvSpPr>
        <p:spPr>
          <a:xfrm>
            <a:off x="11163300" y="649605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>
                <a:solidFill>
                  <a:srgbClr val="AAA59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AA59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1481328"/>
            <a:ext cx="11009376" cy="4681728"/>
          </a:xfrm>
          <a:prstGeom prst="rect">
            <a:avLst/>
          </a:prstGeom>
          <a:noFill/>
          <a:ln w="15875">
            <a:solidFill>
              <a:srgbClr val="454A4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 dirty="0">
                <a:solidFill>
                  <a:srgbClr val="AAA59C"/>
                </a:solidFill>
                <a:latin typeface="Meiryo"/>
              </a:rPr>
              <a:t>MVP WBS </a:t>
            </a:r>
            <a:r>
              <a:rPr sz="1800" b="1" dirty="0" err="1">
                <a:solidFill>
                  <a:srgbClr val="AAA59C"/>
                </a:solidFill>
                <a:latin typeface="Meiryo"/>
              </a:rPr>
              <a:t>캡처본</a:t>
            </a:r>
            <a:r>
              <a:rPr sz="1800" b="1" dirty="0">
                <a:solidFill>
                  <a:srgbClr val="AAA59C"/>
                </a:solidFill>
                <a:latin typeface="Meiryo"/>
              </a:rPr>
              <a:t> </a:t>
            </a:r>
            <a:r>
              <a:rPr sz="1800" b="1" dirty="0" err="1">
                <a:solidFill>
                  <a:srgbClr val="AAA59C"/>
                </a:solidFill>
                <a:latin typeface="Meiryo"/>
              </a:rPr>
              <a:t>삽입</a:t>
            </a:r>
            <a:r>
              <a:rPr sz="1800" b="1" dirty="0">
                <a:solidFill>
                  <a:srgbClr val="AAA59C"/>
                </a:solidFill>
                <a:latin typeface="Meiryo"/>
              </a:rPr>
              <a:t> </a:t>
            </a:r>
            <a:r>
              <a:rPr sz="1800" b="1" dirty="0" err="1">
                <a:solidFill>
                  <a:srgbClr val="AAA59C"/>
                </a:solidFill>
                <a:latin typeface="Meiryo"/>
              </a:rPr>
              <a:t>영역</a:t>
            </a:r>
            <a:endParaRPr sz="1800" b="1" dirty="0">
              <a:solidFill>
                <a:srgbClr val="AAA59C"/>
              </a:solidFill>
              <a:latin typeface="Meiryo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192D951-4D72-1AC4-831B-CDD9EE9B9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64" y="1332966"/>
            <a:ext cx="11009375" cy="50583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직사각형 67">
            <a:extLst>
              <a:ext uri="{FF2B5EF4-FFF2-40B4-BE49-F238E27FC236}">
                <a16:creationId xmlns:a16="http://schemas.microsoft.com/office/drawing/2014/main" id="{2EDC980A-03E5-4DD1-92FF-32DA276045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6B5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511AA22D-C345-4B99-A849-0C5FF859C012}"/>
              </a:ext>
            </a:extLst>
          </p:cNvPr>
          <p:cNvSpPr>
            <a:spLocks noGrp="1"/>
          </p:cNvSpPr>
          <p:nvPr/>
        </p:nvSpPr>
        <p:spPr>
          <a:xfrm>
            <a:off x="8724900" y="0"/>
            <a:ext cx="0" cy="6858000"/>
          </a:xfrm>
          <a:prstGeom prst="line">
            <a:avLst/>
          </a:prstGeom>
          <a:noFill/>
          <a:ln w="9525">
            <a:solidFill>
              <a:srgbClr val="454A4D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4BD87422-29C7-458D-8F16-A32696C2D82D}"/>
              </a:ext>
            </a:extLst>
          </p:cNvPr>
          <p:cNvSpPr>
            <a:spLocks noGrp="1"/>
          </p:cNvSpPr>
          <p:nvPr/>
        </p:nvSpPr>
        <p:spPr>
          <a:xfrm>
            <a:off x="8858250" y="39052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0405C60D-6035-4890-B043-331DD0C8659F}"/>
              </a:ext>
            </a:extLst>
          </p:cNvPr>
          <p:cNvSpPr>
            <a:spLocks noGrp="1"/>
          </p:cNvSpPr>
          <p:nvPr/>
        </p:nvSpPr>
        <p:spPr>
          <a:xfrm>
            <a:off x="9220200" y="39052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E233DAD-FAF4-40A0-9B31-B4E6E2DBF1EB}"/>
              </a:ext>
            </a:extLst>
          </p:cNvPr>
          <p:cNvSpPr>
            <a:spLocks noGrp="1"/>
          </p:cNvSpPr>
          <p:nvPr/>
        </p:nvSpPr>
        <p:spPr>
          <a:xfrm>
            <a:off x="9582150" y="39052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8DEAA02E-5CD2-458E-83A5-F4D5FE399DF9}"/>
              </a:ext>
            </a:extLst>
          </p:cNvPr>
          <p:cNvSpPr>
            <a:spLocks noGrp="1"/>
          </p:cNvSpPr>
          <p:nvPr/>
        </p:nvSpPr>
        <p:spPr>
          <a:xfrm>
            <a:off x="9944100" y="39052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3ECD602-B9B1-4694-AB86-CB16C44FA14E}"/>
              </a:ext>
            </a:extLst>
          </p:cNvPr>
          <p:cNvSpPr>
            <a:spLocks noGrp="1"/>
          </p:cNvSpPr>
          <p:nvPr/>
        </p:nvSpPr>
        <p:spPr>
          <a:xfrm>
            <a:off x="10306050" y="39052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7E3F0723-65C1-4147-8099-F7200FA992FF}"/>
              </a:ext>
            </a:extLst>
          </p:cNvPr>
          <p:cNvSpPr>
            <a:spLocks noGrp="1"/>
          </p:cNvSpPr>
          <p:nvPr/>
        </p:nvSpPr>
        <p:spPr>
          <a:xfrm>
            <a:off x="10668000" y="39052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540CB449-C4F3-4B1E-8A4B-36DBA1AB25C5}"/>
              </a:ext>
            </a:extLst>
          </p:cNvPr>
          <p:cNvSpPr>
            <a:spLocks noGrp="1"/>
          </p:cNvSpPr>
          <p:nvPr/>
        </p:nvSpPr>
        <p:spPr>
          <a:xfrm>
            <a:off x="11029950" y="39052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B8B035F-D000-4B87-9746-2D757D197AE1}"/>
              </a:ext>
            </a:extLst>
          </p:cNvPr>
          <p:cNvSpPr>
            <a:spLocks noGrp="1"/>
          </p:cNvSpPr>
          <p:nvPr/>
        </p:nvSpPr>
        <p:spPr>
          <a:xfrm>
            <a:off x="11391900" y="39052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7253721B-FF0E-4DFE-80F9-A6933579742F}"/>
              </a:ext>
            </a:extLst>
          </p:cNvPr>
          <p:cNvSpPr>
            <a:spLocks noGrp="1"/>
          </p:cNvSpPr>
          <p:nvPr/>
        </p:nvSpPr>
        <p:spPr>
          <a:xfrm>
            <a:off x="8858250" y="42291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189096B5-C043-4894-84F2-B54570E3FBC7}"/>
              </a:ext>
            </a:extLst>
          </p:cNvPr>
          <p:cNvSpPr>
            <a:spLocks noGrp="1"/>
          </p:cNvSpPr>
          <p:nvPr/>
        </p:nvSpPr>
        <p:spPr>
          <a:xfrm>
            <a:off x="9220200" y="42291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AC713E1D-5528-4FBE-A7F4-DD16FA897277}"/>
              </a:ext>
            </a:extLst>
          </p:cNvPr>
          <p:cNvSpPr>
            <a:spLocks noGrp="1"/>
          </p:cNvSpPr>
          <p:nvPr/>
        </p:nvSpPr>
        <p:spPr>
          <a:xfrm>
            <a:off x="9582150" y="42291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619C4A9-70CF-42FB-9056-00694A9145F2}"/>
              </a:ext>
            </a:extLst>
          </p:cNvPr>
          <p:cNvSpPr>
            <a:spLocks noGrp="1"/>
          </p:cNvSpPr>
          <p:nvPr/>
        </p:nvSpPr>
        <p:spPr>
          <a:xfrm>
            <a:off x="9944100" y="42291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7E148A03-CA14-4ED0-8799-A9568F868A64}"/>
              </a:ext>
            </a:extLst>
          </p:cNvPr>
          <p:cNvSpPr>
            <a:spLocks noGrp="1"/>
          </p:cNvSpPr>
          <p:nvPr/>
        </p:nvSpPr>
        <p:spPr>
          <a:xfrm>
            <a:off x="10306050" y="42291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FB8D41A4-7F9E-4802-A008-60EB3D2024BB}"/>
              </a:ext>
            </a:extLst>
          </p:cNvPr>
          <p:cNvSpPr>
            <a:spLocks noGrp="1"/>
          </p:cNvSpPr>
          <p:nvPr/>
        </p:nvSpPr>
        <p:spPr>
          <a:xfrm>
            <a:off x="10668000" y="42291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8D67D45-214D-4A76-BD54-A3B0E3ECB4F2}"/>
              </a:ext>
            </a:extLst>
          </p:cNvPr>
          <p:cNvSpPr>
            <a:spLocks noGrp="1"/>
          </p:cNvSpPr>
          <p:nvPr/>
        </p:nvSpPr>
        <p:spPr>
          <a:xfrm>
            <a:off x="11029950" y="42291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74D6B6B-F63B-4C6F-98C3-7CF428AD8E03}"/>
              </a:ext>
            </a:extLst>
          </p:cNvPr>
          <p:cNvSpPr>
            <a:spLocks noGrp="1"/>
          </p:cNvSpPr>
          <p:nvPr/>
        </p:nvSpPr>
        <p:spPr>
          <a:xfrm>
            <a:off x="11391900" y="42291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5408CB10-90C8-4884-972A-925B18E86B32}"/>
              </a:ext>
            </a:extLst>
          </p:cNvPr>
          <p:cNvSpPr>
            <a:spLocks noGrp="1"/>
          </p:cNvSpPr>
          <p:nvPr/>
        </p:nvSpPr>
        <p:spPr>
          <a:xfrm>
            <a:off x="8858250" y="45529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81DE62F2-7176-409F-86CC-61E332AB8E85}"/>
              </a:ext>
            </a:extLst>
          </p:cNvPr>
          <p:cNvSpPr>
            <a:spLocks noGrp="1"/>
          </p:cNvSpPr>
          <p:nvPr/>
        </p:nvSpPr>
        <p:spPr>
          <a:xfrm>
            <a:off x="9220200" y="45529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6D3E93F1-625F-4869-B33E-0571893B3909}"/>
              </a:ext>
            </a:extLst>
          </p:cNvPr>
          <p:cNvSpPr>
            <a:spLocks noGrp="1"/>
          </p:cNvSpPr>
          <p:nvPr/>
        </p:nvSpPr>
        <p:spPr>
          <a:xfrm>
            <a:off x="9582150" y="45529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47DD91C8-2559-43AE-A348-74979AC67E7A}"/>
              </a:ext>
            </a:extLst>
          </p:cNvPr>
          <p:cNvSpPr>
            <a:spLocks noGrp="1"/>
          </p:cNvSpPr>
          <p:nvPr/>
        </p:nvSpPr>
        <p:spPr>
          <a:xfrm>
            <a:off x="9944100" y="45529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8376F413-B7ED-4056-85B7-D2B1B602C981}"/>
              </a:ext>
            </a:extLst>
          </p:cNvPr>
          <p:cNvSpPr>
            <a:spLocks noGrp="1"/>
          </p:cNvSpPr>
          <p:nvPr/>
        </p:nvSpPr>
        <p:spPr>
          <a:xfrm>
            <a:off x="10306050" y="4552950"/>
            <a:ext cx="95250" cy="95250"/>
          </a:xfrm>
          <a:prstGeom prst="ellipse">
            <a:avLst/>
          </a:prstGeom>
          <a:solidFill>
            <a:srgbClr val="FF6B5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07AE4015-9CC6-47F5-8B21-BC7090934DC6}"/>
              </a:ext>
            </a:extLst>
          </p:cNvPr>
          <p:cNvSpPr>
            <a:spLocks noGrp="1"/>
          </p:cNvSpPr>
          <p:nvPr/>
        </p:nvSpPr>
        <p:spPr>
          <a:xfrm>
            <a:off x="10668000" y="45529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188857A2-C56A-42E6-ADE6-42CED18432D2}"/>
              </a:ext>
            </a:extLst>
          </p:cNvPr>
          <p:cNvSpPr>
            <a:spLocks noGrp="1"/>
          </p:cNvSpPr>
          <p:nvPr/>
        </p:nvSpPr>
        <p:spPr>
          <a:xfrm>
            <a:off x="11029950" y="45529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7F330E7F-92CF-4A52-8E17-AF4D80BB3E27}"/>
              </a:ext>
            </a:extLst>
          </p:cNvPr>
          <p:cNvSpPr>
            <a:spLocks noGrp="1"/>
          </p:cNvSpPr>
          <p:nvPr/>
        </p:nvSpPr>
        <p:spPr>
          <a:xfrm>
            <a:off x="11391900" y="45529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64578AD8-BC73-4242-BAF2-6931099C2B0A}"/>
              </a:ext>
            </a:extLst>
          </p:cNvPr>
          <p:cNvSpPr>
            <a:spLocks noGrp="1"/>
          </p:cNvSpPr>
          <p:nvPr/>
        </p:nvSpPr>
        <p:spPr>
          <a:xfrm>
            <a:off x="8858250" y="48768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70847C4F-8B76-4B73-8453-F00BC5408E9E}"/>
              </a:ext>
            </a:extLst>
          </p:cNvPr>
          <p:cNvSpPr>
            <a:spLocks noGrp="1"/>
          </p:cNvSpPr>
          <p:nvPr/>
        </p:nvSpPr>
        <p:spPr>
          <a:xfrm>
            <a:off x="9220200" y="48768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6DDFA182-7BB6-4F3E-A874-8AC9D6EFA297}"/>
              </a:ext>
            </a:extLst>
          </p:cNvPr>
          <p:cNvSpPr>
            <a:spLocks noGrp="1"/>
          </p:cNvSpPr>
          <p:nvPr/>
        </p:nvSpPr>
        <p:spPr>
          <a:xfrm>
            <a:off x="9582150" y="48768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6CDC594D-13E1-49F5-A483-9CE6149D99BD}"/>
              </a:ext>
            </a:extLst>
          </p:cNvPr>
          <p:cNvSpPr>
            <a:spLocks noGrp="1"/>
          </p:cNvSpPr>
          <p:nvPr/>
        </p:nvSpPr>
        <p:spPr>
          <a:xfrm>
            <a:off x="9944100" y="48768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B3FB9E00-7C0E-44A2-B2E4-928E9EC93D59}"/>
              </a:ext>
            </a:extLst>
          </p:cNvPr>
          <p:cNvSpPr>
            <a:spLocks noGrp="1"/>
          </p:cNvSpPr>
          <p:nvPr/>
        </p:nvSpPr>
        <p:spPr>
          <a:xfrm>
            <a:off x="10306050" y="48768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24ED3E13-F0CB-4E46-A7A1-E3E7845A7F72}"/>
              </a:ext>
            </a:extLst>
          </p:cNvPr>
          <p:cNvSpPr>
            <a:spLocks noGrp="1"/>
          </p:cNvSpPr>
          <p:nvPr/>
        </p:nvSpPr>
        <p:spPr>
          <a:xfrm>
            <a:off x="10668000" y="48768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ECCEAC3B-77D5-477C-97F7-162FB4518A70}"/>
              </a:ext>
            </a:extLst>
          </p:cNvPr>
          <p:cNvSpPr>
            <a:spLocks noGrp="1"/>
          </p:cNvSpPr>
          <p:nvPr/>
        </p:nvSpPr>
        <p:spPr>
          <a:xfrm>
            <a:off x="11029950" y="48768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E5E4C447-CC67-4843-885B-362CF40B7ABD}"/>
              </a:ext>
            </a:extLst>
          </p:cNvPr>
          <p:cNvSpPr>
            <a:spLocks noGrp="1"/>
          </p:cNvSpPr>
          <p:nvPr/>
        </p:nvSpPr>
        <p:spPr>
          <a:xfrm>
            <a:off x="11391900" y="48768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6E5824AC-A1A2-4143-BDC4-71E88A80F82B}"/>
              </a:ext>
            </a:extLst>
          </p:cNvPr>
          <p:cNvSpPr>
            <a:spLocks noGrp="1"/>
          </p:cNvSpPr>
          <p:nvPr/>
        </p:nvSpPr>
        <p:spPr>
          <a:xfrm>
            <a:off x="8858250" y="52006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E772094A-1604-49A4-A064-30D7930B20AC}"/>
              </a:ext>
            </a:extLst>
          </p:cNvPr>
          <p:cNvSpPr>
            <a:spLocks noGrp="1"/>
          </p:cNvSpPr>
          <p:nvPr/>
        </p:nvSpPr>
        <p:spPr>
          <a:xfrm>
            <a:off x="9220200" y="52006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27DDAEE9-644B-40EC-BFE0-AB6D915D9BE8}"/>
              </a:ext>
            </a:extLst>
          </p:cNvPr>
          <p:cNvSpPr>
            <a:spLocks noGrp="1"/>
          </p:cNvSpPr>
          <p:nvPr/>
        </p:nvSpPr>
        <p:spPr>
          <a:xfrm>
            <a:off x="9582150" y="52006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19BB20C9-993E-4D43-AB52-3059337CD216}"/>
              </a:ext>
            </a:extLst>
          </p:cNvPr>
          <p:cNvSpPr>
            <a:spLocks noGrp="1"/>
          </p:cNvSpPr>
          <p:nvPr/>
        </p:nvSpPr>
        <p:spPr>
          <a:xfrm>
            <a:off x="9944100" y="52006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AB639144-F33F-42C4-86F4-AFDFF6E27B34}"/>
              </a:ext>
            </a:extLst>
          </p:cNvPr>
          <p:cNvSpPr>
            <a:spLocks noGrp="1"/>
          </p:cNvSpPr>
          <p:nvPr/>
        </p:nvSpPr>
        <p:spPr>
          <a:xfrm>
            <a:off x="10306050" y="52006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BAEA4207-B46F-4050-B9F8-BF79C3AAAAAD}"/>
              </a:ext>
            </a:extLst>
          </p:cNvPr>
          <p:cNvSpPr>
            <a:spLocks noGrp="1"/>
          </p:cNvSpPr>
          <p:nvPr/>
        </p:nvSpPr>
        <p:spPr>
          <a:xfrm>
            <a:off x="10668000" y="52006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EA7627ED-7C2F-438B-8867-65B51E5E1C11}"/>
              </a:ext>
            </a:extLst>
          </p:cNvPr>
          <p:cNvSpPr>
            <a:spLocks noGrp="1"/>
          </p:cNvSpPr>
          <p:nvPr/>
        </p:nvSpPr>
        <p:spPr>
          <a:xfrm>
            <a:off x="11029950" y="52006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C8B15D03-24C4-4B19-8308-DB2E795FD0D2}"/>
              </a:ext>
            </a:extLst>
          </p:cNvPr>
          <p:cNvSpPr>
            <a:spLocks noGrp="1"/>
          </p:cNvSpPr>
          <p:nvPr/>
        </p:nvSpPr>
        <p:spPr>
          <a:xfrm>
            <a:off x="11391900" y="52006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D0665B1B-C58F-4DF4-97FB-460A2C34C18E}"/>
              </a:ext>
            </a:extLst>
          </p:cNvPr>
          <p:cNvSpPr>
            <a:spLocks noGrp="1"/>
          </p:cNvSpPr>
          <p:nvPr/>
        </p:nvSpPr>
        <p:spPr>
          <a:xfrm>
            <a:off x="8858250" y="55245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FBD41619-BB4A-472D-A787-55DF201A62F2}"/>
              </a:ext>
            </a:extLst>
          </p:cNvPr>
          <p:cNvSpPr>
            <a:spLocks noGrp="1"/>
          </p:cNvSpPr>
          <p:nvPr/>
        </p:nvSpPr>
        <p:spPr>
          <a:xfrm>
            <a:off x="9220200" y="55245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822B53D3-3949-49ED-9F0D-4626BA66C776}"/>
              </a:ext>
            </a:extLst>
          </p:cNvPr>
          <p:cNvSpPr>
            <a:spLocks noGrp="1"/>
          </p:cNvSpPr>
          <p:nvPr/>
        </p:nvSpPr>
        <p:spPr>
          <a:xfrm>
            <a:off x="9582150" y="55245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94714C12-9273-4AC2-BBDE-F799121DFD91}"/>
              </a:ext>
            </a:extLst>
          </p:cNvPr>
          <p:cNvSpPr>
            <a:spLocks noGrp="1"/>
          </p:cNvSpPr>
          <p:nvPr/>
        </p:nvSpPr>
        <p:spPr>
          <a:xfrm>
            <a:off x="9944100" y="55245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CAE1005D-E1BF-4E21-B732-6506E0329D32}"/>
              </a:ext>
            </a:extLst>
          </p:cNvPr>
          <p:cNvSpPr>
            <a:spLocks noGrp="1"/>
          </p:cNvSpPr>
          <p:nvPr/>
        </p:nvSpPr>
        <p:spPr>
          <a:xfrm>
            <a:off x="10306050" y="55245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A0F0D932-C200-41C7-B166-C1618EC0BFC0}"/>
              </a:ext>
            </a:extLst>
          </p:cNvPr>
          <p:cNvSpPr>
            <a:spLocks noGrp="1"/>
          </p:cNvSpPr>
          <p:nvPr/>
        </p:nvSpPr>
        <p:spPr>
          <a:xfrm>
            <a:off x="10668000" y="55245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73734C5D-D7CC-4BCB-96B1-15E25FDB62E4}"/>
              </a:ext>
            </a:extLst>
          </p:cNvPr>
          <p:cNvSpPr>
            <a:spLocks noGrp="1"/>
          </p:cNvSpPr>
          <p:nvPr/>
        </p:nvSpPr>
        <p:spPr>
          <a:xfrm>
            <a:off x="11029950" y="55245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BE8957E-8707-4EBD-9504-E98B5964E686}"/>
              </a:ext>
            </a:extLst>
          </p:cNvPr>
          <p:cNvSpPr>
            <a:spLocks noGrp="1"/>
          </p:cNvSpPr>
          <p:nvPr/>
        </p:nvSpPr>
        <p:spPr>
          <a:xfrm>
            <a:off x="11391900" y="552450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B357DB0E-6DD2-4351-BC3C-45B3A1C621A0}"/>
              </a:ext>
            </a:extLst>
          </p:cNvPr>
          <p:cNvSpPr>
            <a:spLocks noGrp="1"/>
          </p:cNvSpPr>
          <p:nvPr/>
        </p:nvSpPr>
        <p:spPr>
          <a:xfrm>
            <a:off x="8858250" y="58483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97BF4D5E-FC2B-4F4F-AB77-75D811357C9C}"/>
              </a:ext>
            </a:extLst>
          </p:cNvPr>
          <p:cNvSpPr>
            <a:spLocks noGrp="1"/>
          </p:cNvSpPr>
          <p:nvPr/>
        </p:nvSpPr>
        <p:spPr>
          <a:xfrm>
            <a:off x="9220200" y="58483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B87BAB1A-EAD6-4273-BAD1-C5DFD8B17E9B}"/>
              </a:ext>
            </a:extLst>
          </p:cNvPr>
          <p:cNvSpPr>
            <a:spLocks noGrp="1"/>
          </p:cNvSpPr>
          <p:nvPr/>
        </p:nvSpPr>
        <p:spPr>
          <a:xfrm>
            <a:off x="9582150" y="58483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9C4B358A-9E93-40D7-959A-61C93ABCE872}"/>
              </a:ext>
            </a:extLst>
          </p:cNvPr>
          <p:cNvSpPr>
            <a:spLocks noGrp="1"/>
          </p:cNvSpPr>
          <p:nvPr/>
        </p:nvSpPr>
        <p:spPr>
          <a:xfrm>
            <a:off x="9944100" y="58483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6A889B6F-5AC7-4D43-8A71-181A0A9F9820}"/>
              </a:ext>
            </a:extLst>
          </p:cNvPr>
          <p:cNvSpPr>
            <a:spLocks noGrp="1"/>
          </p:cNvSpPr>
          <p:nvPr/>
        </p:nvSpPr>
        <p:spPr>
          <a:xfrm>
            <a:off x="10306050" y="58483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88BDEBD6-278B-4FC6-9664-8CEAE1A51A51}"/>
              </a:ext>
            </a:extLst>
          </p:cNvPr>
          <p:cNvSpPr>
            <a:spLocks noGrp="1"/>
          </p:cNvSpPr>
          <p:nvPr/>
        </p:nvSpPr>
        <p:spPr>
          <a:xfrm>
            <a:off x="10668000" y="58483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8BABE8AF-6529-4D59-BF75-C375A4F1E118}"/>
              </a:ext>
            </a:extLst>
          </p:cNvPr>
          <p:cNvSpPr>
            <a:spLocks noGrp="1"/>
          </p:cNvSpPr>
          <p:nvPr/>
        </p:nvSpPr>
        <p:spPr>
          <a:xfrm>
            <a:off x="11029950" y="58483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9F2B2C30-D943-48B5-91A3-30FD97D8CD09}"/>
              </a:ext>
            </a:extLst>
          </p:cNvPr>
          <p:cNvSpPr>
            <a:spLocks noGrp="1"/>
          </p:cNvSpPr>
          <p:nvPr/>
        </p:nvSpPr>
        <p:spPr>
          <a:xfrm>
            <a:off x="11391900" y="5848350"/>
            <a:ext cx="95250" cy="95250"/>
          </a:xfrm>
          <a:prstGeom prst="ellipse">
            <a:avLst/>
          </a:prstGeom>
          <a:solidFill>
            <a:srgbClr val="3036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1002669E-ADDC-4F97-8915-95279E6B13C6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FF6B5F"/>
                </a:solidFill>
                <a:latin typeface="Meiryo"/>
                <a:ea typeface="Meiryo"/>
                <a:cs typeface="Meiryo"/>
              </a:defRPr>
            </a:pPr>
            <a:r>
              <a:rPr lang="en-US" altLang="ko-KR" sz="1125" b="1">
                <a:solidFill>
                  <a:srgbClr val="FF6B5F"/>
                </a:solidFill>
                <a:latin typeface="Meiryo"/>
              </a:rPr>
              <a:t>&lt;마무리&gt;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CEB95990-1C0F-41DC-9C5D-AEAE556AEA2A}"/>
              </a:ext>
            </a:extLst>
          </p:cNvPr>
          <p:cNvSpPr>
            <a:spLocks noGrp="1"/>
          </p:cNvSpPr>
          <p:nvPr/>
        </p:nvSpPr>
        <p:spPr>
          <a:xfrm>
            <a:off x="609600" y="1543050"/>
            <a:ext cx="66675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446"/>
          </a:bodyPr>
          <a:lstStyle/>
          <a:p>
            <a:pPr algn="l">
              <a:defRPr sz="4650" b="1">
                <a:solidFill>
                  <a:srgbClr val="F3EDE2"/>
                </a:solidFill>
                <a:latin typeface="Meiryo"/>
                <a:ea typeface="Meiryo"/>
                <a:cs typeface="Meiryo"/>
              </a:defRPr>
            </a:pPr>
            <a:r>
              <a:rPr sz="5000" b="1">
                <a:solidFill>
                  <a:srgbClr val="F3EDE2"/>
                </a:solidFill>
                <a:latin typeface="Meiryo"/>
                <a:ea typeface="Meiryo"/>
                <a:cs typeface="Meiryo"/>
              </a:rPr>
              <a:t>감사합니다</a:t>
            </a:r>
          </a:p>
          <a:p>
            <a:pPr algn="l">
              <a:defRPr sz="4650" b="1">
                <a:solidFill>
                  <a:srgbClr val="F3EDE2"/>
                </a:solidFill>
                <a:latin typeface="Meiryo"/>
                <a:ea typeface="Meiryo"/>
                <a:cs typeface="Meiryo"/>
              </a:defRPr>
            </a:pPr>
            <a:endParaRPr sz="5000" b="1">
              <a:solidFill>
                <a:srgbClr val="F3EDE2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F9AD2D3E-48BE-440B-9CBF-F4FB38F93509}"/>
              </a:ext>
            </a:extLst>
          </p:cNvPr>
          <p:cNvSpPr>
            <a:spLocks noGrp="1"/>
          </p:cNvSpPr>
          <p:nvPr/>
        </p:nvSpPr>
        <p:spPr>
          <a:xfrm>
            <a:off x="638175" y="3143250"/>
            <a:ext cx="685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>
                <a:solidFill>
                  <a:srgbClr val="AAA59C"/>
                </a:solidFill>
                <a:latin typeface="Meiryo"/>
                <a:ea typeface="Meiryo"/>
                <a:cs typeface="Meiryo"/>
              </a:defRPr>
            </a:pPr>
            <a:endParaRPr sz="1800" b="0" dirty="0">
              <a:solidFill>
                <a:srgbClr val="AAA59C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D6E16EF3-FA21-43CF-9417-25B52789F97F}"/>
              </a:ext>
            </a:extLst>
          </p:cNvPr>
          <p:cNvSpPr>
            <a:spLocks noGrp="1"/>
          </p:cNvSpPr>
          <p:nvPr/>
        </p:nvSpPr>
        <p:spPr>
          <a:xfrm>
            <a:off x="8972550" y="590550"/>
            <a:ext cx="23812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0" b="1">
                <a:solidFill>
                  <a:srgbClr val="FF6B5F"/>
                </a:solidFill>
                <a:latin typeface="Arial"/>
                <a:ea typeface="Arial"/>
                <a:cs typeface="Arial"/>
              </a:defRPr>
            </a:pPr>
            <a:endParaRPr sz="7600" b="1" dirty="0">
              <a:solidFill>
                <a:srgbClr val="FF6B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EEBBC40F-A3C9-43DB-811B-96907C381ED1}"/>
              </a:ext>
            </a:extLst>
          </p:cNvPr>
          <p:cNvSpPr>
            <a:spLocks noGrp="1"/>
          </p:cNvSpPr>
          <p:nvPr/>
        </p:nvSpPr>
        <p:spPr>
          <a:xfrm>
            <a:off x="638175" y="50863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F3EDE2"/>
                </a:solidFill>
                <a:latin typeface="Meiryo"/>
                <a:ea typeface="Meiryo"/>
                <a:cs typeface="Meiryo"/>
              </a:defRPr>
            </a:pPr>
            <a:r>
              <a:rPr lang="ko-KR" altLang="en-US" sz="1350" b="1">
                <a:solidFill>
                  <a:srgbClr val="F3EDE2"/>
                </a:solidFill>
                <a:latin typeface="Meiryo"/>
              </a:rPr>
              <a:t>SMART TICKETING  ·  2-WEEK MVP</a:t>
            </a:r>
          </a:p>
        </p:txBody>
      </p:sp>
      <p:sp>
        <p:nvSpPr>
          <p:cNvPr id="64" name="직선 연결선 63">
            <a:extLst>
              <a:ext uri="{FF2B5EF4-FFF2-40B4-BE49-F238E27FC236}">
                <a16:creationId xmlns:a16="http://schemas.microsoft.com/office/drawing/2014/main" id="{A1212DE5-C4C3-47DA-9B60-2CDA1266B844}"/>
              </a:ext>
            </a:extLst>
          </p:cNvPr>
          <p:cNvSpPr>
            <a:spLocks noGrp="1"/>
          </p:cNvSpPr>
          <p:nvPr/>
        </p:nvSpPr>
        <p:spPr>
          <a:xfrm>
            <a:off x="638175" y="5524500"/>
            <a:ext cx="6838950" cy="0"/>
          </a:xfrm>
          <a:prstGeom prst="line">
            <a:avLst/>
          </a:prstGeom>
          <a:noFill/>
          <a:ln w="9525">
            <a:solidFill>
              <a:srgbClr val="454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56DC826B-9554-4ED5-BD4C-A3D3B4F6F495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>
                <a:solidFill>
                  <a:srgbClr val="AAA59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AA59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Ticketing">
  <a:themeElements>
    <a:clrScheme name="Smart Ticketing">
      <a:dk1>
        <a:srgbClr val="111315"/>
      </a:dk1>
      <a:lt1>
        <a:srgbClr val="F3EDE2"/>
      </a:lt1>
      <a:dk2>
        <a:srgbClr val="22272B"/>
      </a:dk2>
      <a:lt2>
        <a:srgbClr val="D8D1C5"/>
      </a:lt2>
      <a:accent1>
        <a:srgbClr val="FF6B5F"/>
      </a:accent1>
      <a:accent2>
        <a:srgbClr val="79D8C7"/>
      </a:accent2>
      <a:accent3>
        <a:srgbClr val="F0CA68"/>
      </a:accent3>
      <a:accent4>
        <a:srgbClr val="C94E47"/>
      </a:accent4>
      <a:accent5>
        <a:srgbClr val="8A79D8"/>
      </a:accent5>
      <a:accent6>
        <a:srgbClr val="67A5D8"/>
      </a:accent6>
      <a:hlink>
        <a:srgbClr val="79D8C7"/>
      </a:hlink>
      <a:folHlink>
        <a:srgbClr val="B896E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mart Ticketing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670</Words>
  <Application>Microsoft Office PowerPoint</Application>
  <PresentationFormat>와이드스크린</PresentationFormat>
  <Paragraphs>114</Paragraphs>
  <Slides>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Meiryo</vt:lpstr>
      <vt:lpstr>Arial</vt:lpstr>
      <vt:lpstr>Smart Ticketing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상혁 주</dc:creator>
  <cp:lastModifiedBy>상혁 주</cp:lastModifiedBy>
  <cp:revision>4</cp:revision>
  <dcterms:created xsi:type="dcterms:W3CDTF">2026-09-28T07:55:19Z</dcterms:created>
  <dcterms:modified xsi:type="dcterms:W3CDTF">2026-09-29T06:31:00Z</dcterms:modified>
</cp:coreProperties>
</file>